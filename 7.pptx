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4"/>
  </p:sldMasterIdLst>
  <p:notesMasterIdLst>
    <p:notesMasterId r:id="rId20"/>
  </p:notesMasterIdLst>
  <p:handoutMasterIdLst>
    <p:handoutMasterId r:id="rId21"/>
  </p:handoutMasterIdLst>
  <p:sldIdLst>
    <p:sldId id="487" r:id="rId5"/>
    <p:sldId id="488" r:id="rId6"/>
    <p:sldId id="489" r:id="rId7"/>
    <p:sldId id="490" r:id="rId8"/>
    <p:sldId id="491" r:id="rId9"/>
    <p:sldId id="492" r:id="rId10"/>
    <p:sldId id="493" r:id="rId11"/>
    <p:sldId id="494" r:id="rId12"/>
    <p:sldId id="495" r:id="rId13"/>
    <p:sldId id="496" r:id="rId14"/>
    <p:sldId id="497" r:id="rId15"/>
    <p:sldId id="498" r:id="rId16"/>
    <p:sldId id="499" r:id="rId17"/>
    <p:sldId id="500" r:id="rId18"/>
    <p:sldId id="50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a:srgbClr val="000000"/>
    <a:srgbClr val="FFFFFF"/>
    <a:srgbClr val="37FFF1"/>
    <a:srgbClr val="0B0C12"/>
    <a:srgbClr val="0E0F17"/>
    <a:srgbClr val="020621"/>
    <a:srgbClr val="1313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94630"/>
  </p:normalViewPr>
  <p:slideViewPr>
    <p:cSldViewPr snapToGrid="0">
      <p:cViewPr varScale="1">
        <p:scale>
          <a:sx n="62" d="100"/>
          <a:sy n="62" d="100"/>
        </p:scale>
        <p:origin x="840"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92E33C-8E56-15D7-91D9-0C9D51898F3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84E5C4-3075-2128-3C95-66CDB0C1F39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2C14BC-9E0B-417D-A4B6-D3A52302FEC1}" type="datetimeFigureOut">
              <a:rPr lang="en-US" smtClean="0"/>
              <a:t>6/15/2026</a:t>
            </a:fld>
            <a:endParaRPr lang="en-US"/>
          </a:p>
        </p:txBody>
      </p:sp>
      <p:sp>
        <p:nvSpPr>
          <p:cNvPr id="4" name="Footer Placeholder 3">
            <a:extLst>
              <a:ext uri="{FF2B5EF4-FFF2-40B4-BE49-F238E27FC236}">
                <a16:creationId xmlns:a16="http://schemas.microsoft.com/office/drawing/2014/main" id="{10EDE216-B0E2-6179-F0CB-DA746C5A10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E76486-0E2A-27D1-56AC-57AF786911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D3A4AD-A02B-4727-AB32-0630F343D8AA}" type="slidenum">
              <a:rPr lang="en-US" smtClean="0"/>
              <a:t>‹#›</a:t>
            </a:fld>
            <a:endParaRPr lang="en-US"/>
          </a:p>
        </p:txBody>
      </p:sp>
    </p:spTree>
    <p:extLst>
      <p:ext uri="{BB962C8B-B14F-4D97-AF65-F5344CB8AC3E}">
        <p14:creationId xmlns:p14="http://schemas.microsoft.com/office/powerpoint/2010/main" val="270832485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FB986-3F20-4AE6-9D44-118BB6C2AE02}" type="datetimeFigureOut">
              <a:rPr lang="en-US" smtClean="0"/>
              <a:t>6/15/2026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59575-30D1-4661-8D21-5CF1396340F1}" type="slidenum">
              <a:rPr lang="en-US" smtClean="0"/>
              <a:t>‹#›</a:t>
            </a:fld>
            <a:endParaRPr lang="en-US"/>
          </a:p>
        </p:txBody>
      </p:sp>
    </p:spTree>
    <p:extLst>
      <p:ext uri="{BB962C8B-B14F-4D97-AF65-F5344CB8AC3E}">
        <p14:creationId xmlns:p14="http://schemas.microsoft.com/office/powerpoint/2010/main" val="2691956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6/15/2026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12748841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1">
              <a:rPr lang="en-US" smtClean="0"/>
              <a:t>6/15/2026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7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l="1" r="-18789"/>
            </a:stretch>
          </a:blipFill>
        </p:spPr>
        <p:txBody>
          <a:bodyPr/>
          <a:lstStyle>
            <a:lvl1pPr>
              <a:defRPr/>
            </a:lvl1pPr>
          </a:lstStyle>
          <a:p>
            <a:r>
              <a:rPr lang="en-US" dirty="0"/>
              <a:t>   </a:t>
            </a:r>
          </a:p>
        </p:txBody>
      </p:sp>
      <p:sp>
        <p:nvSpPr>
          <p:cNvPr id="5" name="Title 4">
            <a:extLst>
              <a:ext uri="{FF2B5EF4-FFF2-40B4-BE49-F238E27FC236}">
                <a16:creationId xmlns:a16="http://schemas.microsoft.com/office/drawing/2014/main" id="{DD95CC36-AD95-97AF-0B3C-4CA25FF5420C}"/>
              </a:ext>
            </a:extLst>
          </p:cNvPr>
          <p:cNvSpPr>
            <a:spLocks noGrp="1"/>
          </p:cNvSpPr>
          <p:nvPr>
            <p:ph type="title"/>
          </p:nvPr>
        </p:nvSpPr>
        <p:spPr>
          <a:xfrm>
            <a:off x="0" y="3671046"/>
            <a:ext cx="12188952" cy="3186953"/>
          </a:xfrm>
          <a:gradFill>
            <a:gsLst>
              <a:gs pos="56000">
                <a:schemeClr val="bg2">
                  <a:alpha val="71000"/>
                </a:schemeClr>
              </a:gs>
              <a:gs pos="82000">
                <a:schemeClr val="bg2"/>
              </a:gs>
              <a:gs pos="16000">
                <a:schemeClr val="accent4">
                  <a:alpha val="0"/>
                </a:schemeClr>
              </a:gs>
            </a:gsLst>
            <a:lin ang="5400000" scaled="0"/>
          </a:gradFill>
        </p:spPr>
        <p:txBody>
          <a:bodyPr lIns="365760" tIns="91440" rIns="457200" bIns="1005840"/>
          <a:lstStyle>
            <a:lvl1pPr>
              <a:defRPr sz="5000"/>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E3BCE92C-E876-D640-79C7-9E2EE54A7517}"/>
              </a:ext>
            </a:extLst>
          </p:cNvPr>
          <p:cNvSpPr>
            <a:spLocks noGrp="1"/>
          </p:cNvSpPr>
          <p:nvPr>
            <p:ph type="subTitle" idx="1"/>
          </p:nvPr>
        </p:nvSpPr>
        <p:spPr>
          <a:xfrm>
            <a:off x="0" y="5770529"/>
            <a:ext cx="12192000" cy="1087471"/>
          </a:xfrm>
          <a:gradFill>
            <a:gsLst>
              <a:gs pos="29000">
                <a:schemeClr val="bg2">
                  <a:alpha val="0"/>
                </a:schemeClr>
              </a:gs>
              <a:gs pos="47000">
                <a:schemeClr val="accent4">
                  <a:lumMod val="50000"/>
                  <a:alpha val="0"/>
                </a:schemeClr>
              </a:gs>
              <a:gs pos="100000">
                <a:schemeClr val="accent3">
                  <a:lumMod val="60000"/>
                  <a:lumOff val="40000"/>
                </a:schemeClr>
              </a:gs>
            </a:gsLst>
            <a:lin ang="5160000" scaled="0"/>
          </a:gradFill>
        </p:spPr>
        <p:txBody>
          <a:bodyPr vert="horz" lIns="393192" tIns="457200" rIns="274320" bIns="731520" rtlCol="0" anchor="b">
            <a:no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210312"/>
            <a:ext cx="3447355" cy="365760"/>
          </a:xfrm>
        </p:spPr>
        <p:txBody>
          <a:bodyPr/>
          <a:lstStyle/>
          <a:p>
            <a:fld id="{21560963-1EEA-4BDE-8FF9-3FEE13B5D43C}" type="datetime1">
              <a:rPr lang="en-US" smtClean="0"/>
              <a:t>6/15/2026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8687"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4882044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1">
              <a:rPr lang="en-US" smtClean="0"/>
              <a:t>6/15/2026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423286418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268A13E-E2FC-935E-9D1B-2CA406D562F9}"/>
              </a:ext>
            </a:extLst>
          </p:cNvPr>
          <p:cNvSpPr>
            <a:spLocks noGrp="1"/>
          </p:cNvSpPr>
          <p:nvPr>
            <p:ph type="title"/>
          </p:nvPr>
        </p:nvSpPr>
        <p:spPr>
          <a:xfrm>
            <a:off x="268722" y="906109"/>
            <a:ext cx="3620078" cy="3445173"/>
          </a:xfrm>
        </p:spPr>
        <p:txBody>
          <a:bodyPr anchor="t">
            <a:normAutofit/>
          </a:bodyPr>
          <a:lstStyle>
            <a:lvl1pPr>
              <a:defRPr sz="3600"/>
            </a:lvl1pPr>
          </a:lstStyle>
          <a:p>
            <a:r>
              <a:rPr lang="en-US"/>
              <a:t>Click to edit Master title style</a:t>
            </a:r>
            <a:endParaRPr lang="en-US" dirty="0"/>
          </a:p>
        </p:txBody>
      </p:sp>
      <p:sp>
        <p:nvSpPr>
          <p:cNvPr id="10" name="Subtitle 2">
            <a:extLst>
              <a:ext uri="{FF2B5EF4-FFF2-40B4-BE49-F238E27FC236}">
                <a16:creationId xmlns:a16="http://schemas.microsoft.com/office/drawing/2014/main" id="{51C95713-168A-6692-3C97-A85B41C1AAE4}"/>
              </a:ext>
            </a:extLst>
          </p:cNvPr>
          <p:cNvSpPr>
            <a:spLocks noGrp="1"/>
          </p:cNvSpPr>
          <p:nvPr>
            <p:ph type="subTitle" idx="1"/>
          </p:nvPr>
        </p:nvSpPr>
        <p:spPr>
          <a:xfrm>
            <a:off x="268722" y="5473037"/>
            <a:ext cx="3521018" cy="880873"/>
          </a:xfrm>
          <a:noFill/>
        </p:spPr>
        <p:txBody>
          <a:bodyPr vert="horz" lIns="91440" tIns="45720" rIns="91440" bIns="45720" rtlCol="0" anchor="b">
            <a:no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a:lstStyle/>
          <a:p>
            <a:r>
              <a:rPr lang="en-US"/>
              <a:t>Sample Footer Text</a:t>
            </a:r>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a:lstStyle/>
          <a:p>
            <a:fld id="{BCA7961A-B010-49E0-A3F6-1ED7ACF29013}" type="datetime1">
              <a:rPr lang="en-US" smtClean="0"/>
              <a:t>6/15/2026</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2615681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A8D131-CBCA-5C49-BC11-F46A79A7B14C}"/>
              </a:ext>
            </a:extLst>
          </p:cNvPr>
          <p:cNvSpPr/>
          <p:nvPr/>
        </p:nvSpPr>
        <p:spPr>
          <a:xfrm rot="16200000" flipH="1">
            <a:off x="376872" y="-386654"/>
            <a:ext cx="6858000" cy="7631304"/>
          </a:xfrm>
          <a:prstGeom prst="rect">
            <a:avLst/>
          </a:prstGeom>
          <a:gradFill flip="none" rotWithShape="1">
            <a:gsLst>
              <a:gs pos="0">
                <a:schemeClr val="accent1">
                  <a:lumMod val="75000"/>
                </a:schemeClr>
              </a:gs>
              <a:gs pos="35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64BBC73-2B54-D426-37D1-91554AB6280D}"/>
              </a:ext>
            </a:extLst>
          </p:cNvPr>
          <p:cNvSpPr/>
          <p:nvPr/>
        </p:nvSpPr>
        <p:spPr>
          <a:xfrm rot="5400000">
            <a:off x="4174854" y="-1144323"/>
            <a:ext cx="3842298" cy="12191994"/>
          </a:xfrm>
          <a:prstGeom prst="rect">
            <a:avLst/>
          </a:prstGeom>
          <a:gradFill>
            <a:gsLst>
              <a:gs pos="0">
                <a:schemeClr val="accent3">
                  <a:lumMod val="50000"/>
                </a:schemeClr>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E2267C95-ECBD-88E5-88AE-67841646FC78}"/>
              </a:ext>
              <a:ext uri="{C183D7F6-B498-43B3-948B-1728B52AA6E4}">
                <adec:decorative xmlns:adec="http://schemas.microsoft.com/office/drawing/2017/decorative" val="1"/>
              </a:ext>
            </a:extLst>
          </p:cNvPr>
          <p:cNvSpPr/>
          <p:nvPr/>
        </p:nvSpPr>
        <p:spPr>
          <a:xfrm flipH="1">
            <a:off x="2756015" y="0"/>
            <a:ext cx="4875297" cy="6850173"/>
          </a:xfrm>
          <a:prstGeom prst="rect">
            <a:avLst/>
          </a:prstGeom>
          <a:gradFill flip="none" rotWithShape="1">
            <a:gsLst>
              <a:gs pos="19000">
                <a:schemeClr val="bg2"/>
              </a:gs>
              <a:gs pos="49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itle 12">
            <a:extLst>
              <a:ext uri="{FF2B5EF4-FFF2-40B4-BE49-F238E27FC236}">
                <a16:creationId xmlns:a16="http://schemas.microsoft.com/office/drawing/2014/main" id="{AC3C9A42-36FA-B347-AD02-B9A12C8D9EAF}"/>
              </a:ext>
            </a:extLst>
          </p:cNvPr>
          <p:cNvSpPr>
            <a:spLocks noGrp="1"/>
          </p:cNvSpPr>
          <p:nvPr>
            <p:ph type="title"/>
          </p:nvPr>
        </p:nvSpPr>
        <p:spPr>
          <a:xfrm>
            <a:off x="272779" y="1135378"/>
            <a:ext cx="5676921" cy="2163626"/>
          </a:xfrm>
        </p:spPr>
        <p:txBody>
          <a:bodyPr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E1DB729E-19D6-E1D5-DB31-89E9DF5D4004}"/>
              </a:ext>
            </a:extLst>
          </p:cNvPr>
          <p:cNvSpPr>
            <a:spLocks noGrp="1"/>
          </p:cNvSpPr>
          <p:nvPr>
            <p:ph type="subTitle" idx="1"/>
          </p:nvPr>
        </p:nvSpPr>
        <p:spPr>
          <a:xfrm>
            <a:off x="301752" y="4774541"/>
            <a:ext cx="4875296" cy="1591058"/>
          </a:xfrm>
          <a:noFill/>
        </p:spPr>
        <p:txBody>
          <a:bodyPr vert="horz" lIns="91440" tIns="45720" rIns="91440" bIns="45720" rtlCol="0" anchor="b">
            <a:noAutofit/>
          </a:bodyPr>
          <a:lstStyle>
            <a:lvl1pPr marL="0" indent="0">
              <a:buNone/>
              <a:defRPr lang="en-US" sz="1600" dirty="0"/>
            </a:lvl1pPr>
          </a:lstStyle>
          <a:p>
            <a:pPr lvl="0"/>
            <a:r>
              <a:rPr lang="en-US"/>
              <a:t>Click to edit Master subtitle style</a:t>
            </a:r>
            <a:endParaRPr lang="en-US" dirty="0"/>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a:xfrm>
            <a:off x="301752" y="210114"/>
            <a:ext cx="2509284" cy="365760"/>
          </a:xfrm>
        </p:spPr>
        <p:txBody>
          <a:bodyPr/>
          <a:lstStyle/>
          <a:p>
            <a:r>
              <a:rPr lang="en-US"/>
              <a:t>Sample Footer Text</a:t>
            </a:r>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210114"/>
            <a:ext cx="2153412" cy="365760"/>
          </a:xfrm>
        </p:spPr>
        <p:txBody>
          <a:bodyPr/>
          <a:lstStyle/>
          <a:p>
            <a:fld id="{9458DF63-6CB9-404F-8464-DF813E7A7B12}" type="datetime1">
              <a:rPr lang="en-US" smtClean="0"/>
              <a:t>6/15/2026</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210114"/>
            <a:ext cx="493776"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621524" y="0"/>
            <a:ext cx="4570476" cy="6858000"/>
          </a:xfrm>
          <a:blipFill>
            <a:blip r:embed="rId2">
              <a:alphaModFix amt="70000"/>
            </a:blip>
            <a:stretch>
              <a:fillRect/>
            </a:stretch>
          </a:blipFill>
        </p:spPr>
        <p:txBody>
          <a:bodyPr/>
          <a:lstStyle>
            <a:lvl1pPr>
              <a:defRPr/>
            </a:lvl1pPr>
          </a:lstStyle>
          <a:p>
            <a:r>
              <a:rPr lang="en-US" dirty="0"/>
              <a:t>   </a:t>
            </a:r>
          </a:p>
        </p:txBody>
      </p:sp>
      <p:cxnSp>
        <p:nvCxnSpPr>
          <p:cNvPr id="7" name="Straight Connector 6">
            <a:extLst>
              <a:ext uri="{FF2B5EF4-FFF2-40B4-BE49-F238E27FC236}">
                <a16:creationId xmlns:a16="http://schemas.microsoft.com/office/drawing/2014/main" id="{3B3541FD-375E-9F25-9D6E-2C93D6A17135}"/>
              </a:ext>
            </a:extLst>
          </p:cNvPr>
          <p:cNvCxnSpPr>
            <a:cxnSpLocks/>
          </p:cNvCxnSpPr>
          <p:nvPr userDrawn="1"/>
        </p:nvCxnSpPr>
        <p:spPr>
          <a:xfrm flipH="1">
            <a:off x="398166" y="762000"/>
            <a:ext cx="669969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4798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6C36F6-3968-40FA-37EA-155D2BE42AD1}"/>
              </a:ext>
            </a:extLst>
          </p:cNvPr>
          <p:cNvSpPr/>
          <p:nvPr/>
        </p:nvSpPr>
        <p:spPr>
          <a:xfrm>
            <a:off x="-2754" y="5254619"/>
            <a:ext cx="12188952" cy="1603381"/>
          </a:xfrm>
          <a:prstGeom prst="rect">
            <a:avLst/>
          </a:prstGeom>
          <a:gradFill>
            <a:gsLst>
              <a:gs pos="62000">
                <a:schemeClr val="accent6">
                  <a:lumMod val="50000"/>
                  <a:alpha val="0"/>
                </a:schemeClr>
              </a:gs>
              <a:gs pos="100000">
                <a:schemeClr val="accent4">
                  <a:alpha val="8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63A348-0551-47A0-DA50-F560E4EC6794}"/>
              </a:ext>
            </a:extLst>
          </p:cNvPr>
          <p:cNvSpPr/>
          <p:nvPr/>
        </p:nvSpPr>
        <p:spPr>
          <a:xfrm>
            <a:off x="1430867" y="4492679"/>
            <a:ext cx="10758085" cy="2365320"/>
          </a:xfrm>
          <a:prstGeom prst="rect">
            <a:avLst/>
          </a:prstGeom>
          <a:gradFill>
            <a:gsLst>
              <a:gs pos="71000">
                <a:schemeClr val="accent1">
                  <a:lumMod val="50000"/>
                  <a:alpha val="0"/>
                </a:schemeClr>
              </a:gs>
              <a:gs pos="99000">
                <a:schemeClr val="accent3">
                  <a:lumMod val="60000"/>
                  <a:lumOff val="40000"/>
                  <a:alpha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EE9334A-B58A-1191-419B-686185B07C62}"/>
              </a:ext>
            </a:extLst>
          </p:cNvPr>
          <p:cNvSpPr>
            <a:spLocks noGrp="1"/>
          </p:cNvSpPr>
          <p:nvPr>
            <p:ph type="title"/>
          </p:nvPr>
        </p:nvSpPr>
        <p:spPr>
          <a:xfrm>
            <a:off x="274320" y="5216448"/>
            <a:ext cx="7627857" cy="1394843"/>
          </a:xfrm>
        </p:spPr>
        <p:txBody>
          <a:bodyPr>
            <a:normAutofit/>
          </a:bodyPr>
          <a:lstStyle>
            <a:lvl1pPr>
              <a:defRPr sz="3600"/>
            </a:lvl1pPr>
          </a:lstStyle>
          <a:p>
            <a:r>
              <a:rPr lang="en-US"/>
              <a:t>Click to edit Master title style</a:t>
            </a:r>
          </a:p>
        </p:txBody>
      </p:sp>
      <p:sp>
        <p:nvSpPr>
          <p:cNvPr id="12" name="Subtitle 2">
            <a:extLst>
              <a:ext uri="{FF2B5EF4-FFF2-40B4-BE49-F238E27FC236}">
                <a16:creationId xmlns:a16="http://schemas.microsoft.com/office/drawing/2014/main" id="{25AC1EE1-879A-DD62-9DEE-9EDB54468EA5}"/>
              </a:ext>
            </a:extLst>
          </p:cNvPr>
          <p:cNvSpPr>
            <a:spLocks noGrp="1"/>
          </p:cNvSpPr>
          <p:nvPr>
            <p:ph type="subTitle" idx="1"/>
          </p:nvPr>
        </p:nvSpPr>
        <p:spPr>
          <a:xfrm>
            <a:off x="9183509" y="5216447"/>
            <a:ext cx="2738340" cy="1394844"/>
          </a:xfrm>
          <a:noFill/>
        </p:spPr>
        <p:txBody>
          <a:bodyPr vert="horz" lIns="91440" tIns="45720" rIns="91440" bIns="45720" rtlCol="0" anchor="b">
            <a:noAutofit/>
          </a:bodyPr>
          <a:lstStyle>
            <a:lvl1pPr marL="0" indent="0">
              <a:buNone/>
              <a:defRPr lang="en-US" sz="1400" dirty="0"/>
            </a:lvl1pPr>
          </a:lstStyle>
          <a:p>
            <a:pPr lvl="0"/>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3936570"/>
          </a:xfrm>
          <a:blipFill>
            <a:blip r:embed="rId2">
              <a:alphaModFix amt="70000"/>
            </a:blip>
            <a:stretch>
              <a:fillRect t="-14126"/>
            </a:stretch>
          </a:blipFill>
        </p:spPr>
        <p:txBody>
          <a:bodyPr/>
          <a:lstStyle>
            <a:lvl1pPr>
              <a:defRPr/>
            </a:lvl1pPr>
          </a:lstStyle>
          <a:p>
            <a:r>
              <a:rPr lang="en-US" dirty="0"/>
              <a:t>   </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4154963"/>
            <a:ext cx="3447355" cy="365760"/>
          </a:xfrm>
        </p:spPr>
        <p:txBody>
          <a:bodyPr/>
          <a:lstStyle/>
          <a:p>
            <a:fld id="{21560963-1EEA-4BDE-8FF9-3FEE13B5D43C}" type="datetime1">
              <a:rPr lang="en-US" smtClean="0"/>
              <a:t>6/15/2026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4154963"/>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52503" y="4154963"/>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0920668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2483189" y="0"/>
            <a:ext cx="9708811" cy="6859553"/>
          </a:xfrm>
          <a:prstGeom prst="rect">
            <a:avLst/>
          </a:prstGeom>
          <a:gradFill flip="none" rotWithShape="1">
            <a:gsLst>
              <a:gs pos="9000">
                <a:schemeClr val="accent1">
                  <a:lumMod val="75000"/>
                </a:schemeClr>
              </a:gs>
              <a:gs pos="54000">
                <a:schemeClr val="bg2">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398166" y="2201332"/>
            <a:ext cx="11793834" cy="4656665"/>
          </a:xfrm>
          <a:prstGeom prst="rect">
            <a:avLst/>
          </a:prstGeom>
          <a:gradFill>
            <a:gsLst>
              <a:gs pos="0">
                <a:schemeClr val="accent2"/>
              </a:gs>
              <a:gs pos="36000">
                <a:schemeClr val="accent1">
                  <a:lumMod val="5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17000">
                <a:schemeClr val="accent3">
                  <a:lumMod val="60000"/>
                  <a:lumOff val="40000"/>
                  <a:alpha val="51000"/>
                </a:schemeClr>
              </a:gs>
              <a:gs pos="44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cxnSp>
        <p:nvCxnSpPr>
          <p:cNvPr id="14" name="Straight Connector 13">
            <a:extLst>
              <a:ext uri="{FF2B5EF4-FFF2-40B4-BE49-F238E27FC236}">
                <a16:creationId xmlns:a16="http://schemas.microsoft.com/office/drawing/2014/main" id="{3CE9BCB7-0B84-78EB-474B-9077DE024658}"/>
              </a:ext>
            </a:extLst>
          </p:cNvPr>
          <p:cNvCxnSpPr>
            <a:cxnSpLocks/>
          </p:cNvCxnSpPr>
          <p:nvPr/>
        </p:nvCxnSpPr>
        <p:spPr>
          <a:xfrm flipH="1">
            <a:off x="358140" y="5174874"/>
            <a:ext cx="11475720"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7CA771C-C0DC-4CE5-6507-04B80A7BF2D3}"/>
              </a:ext>
            </a:extLst>
          </p:cNvPr>
          <p:cNvSpPr>
            <a:spLocks noGrp="1"/>
          </p:cNvSpPr>
          <p:nvPr>
            <p:ph type="title"/>
          </p:nvPr>
        </p:nvSpPr>
        <p:spPr>
          <a:xfrm>
            <a:off x="274320" y="388704"/>
            <a:ext cx="9509760" cy="4297679"/>
          </a:xfrm>
        </p:spPr>
        <p:txBody>
          <a:bodyPr anchor="t"/>
          <a:lstStyle>
            <a:lvl1pPr>
              <a:defRPr sz="6000"/>
            </a:lvl1pPr>
          </a:lstStyle>
          <a:p>
            <a:r>
              <a:rPr lang="en-US"/>
              <a:t>Click to edit Master title style</a:t>
            </a:r>
          </a:p>
        </p:txBody>
      </p:sp>
      <p:sp>
        <p:nvSpPr>
          <p:cNvPr id="17" name="Subtitle 2">
            <a:extLst>
              <a:ext uri="{FF2B5EF4-FFF2-40B4-BE49-F238E27FC236}">
                <a16:creationId xmlns:a16="http://schemas.microsoft.com/office/drawing/2014/main" id="{1CA59141-B447-02B6-2167-E19939B6D502}"/>
              </a:ext>
            </a:extLst>
          </p:cNvPr>
          <p:cNvSpPr>
            <a:spLocks noGrp="1"/>
          </p:cNvSpPr>
          <p:nvPr>
            <p:ph type="subTitle" idx="1"/>
          </p:nvPr>
        </p:nvSpPr>
        <p:spPr>
          <a:xfrm>
            <a:off x="301751" y="5486399"/>
            <a:ext cx="6951553" cy="726128"/>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a:xfrm>
            <a:off x="301752" y="6304985"/>
            <a:ext cx="2218156" cy="365760"/>
          </a:xfrm>
        </p:spPr>
        <p:txBody>
          <a:bodyPr/>
          <a:lstStyle>
            <a:lvl1pPr>
              <a:defRPr>
                <a:solidFill>
                  <a:schemeClr val="tx1"/>
                </a:solidFill>
              </a:defRPr>
            </a:lvl1pPr>
          </a:lstStyle>
          <a:p>
            <a:fld id="{082FB242-E4A2-4711-B168-6D02C45DBE61}" type="datetime1">
              <a:rPr lang="en-US" smtClean="0"/>
              <a:t>6/15/2026</a:t>
            </a:fld>
            <a:endParaRPr lang="en-US"/>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a:xfrm>
            <a:off x="7622485" y="6304985"/>
            <a:ext cx="2509284" cy="365760"/>
          </a:xfrm>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a:xfrm>
            <a:off x="11407526" y="6304985"/>
            <a:ext cx="493776"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6585528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1">
              <a:rPr lang="en-US" smtClean="0"/>
              <a:t>6/15/2026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smtClean="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userDrawn="1"/>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23302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A723D2-7AAD-C321-CBD6-371714EC1095}"/>
              </a:ext>
            </a:extLst>
          </p:cNvPr>
          <p:cNvSpPr/>
          <p:nvPr/>
        </p:nvSpPr>
        <p:spPr>
          <a:xfrm>
            <a:off x="0" y="-1"/>
            <a:ext cx="12192000" cy="6858000"/>
          </a:xfrm>
          <a:prstGeom prst="rect">
            <a:avLst/>
          </a:prstGeom>
          <a:gradFill flip="none" rotWithShape="1">
            <a:gsLst>
              <a:gs pos="70000">
                <a:schemeClr val="bg2"/>
              </a:gs>
              <a:gs pos="1149">
                <a:schemeClr val="accent3">
                  <a:lumMod val="50000"/>
                </a:schemeClr>
              </a:gs>
              <a:gs pos="33000">
                <a:schemeClr val="accent2">
                  <a:lumMod val="50000"/>
                </a:schemeClr>
              </a:gs>
            </a:gsLst>
            <a:path path="circle">
              <a:fillToRect t="100000" r="100000"/>
            </a:path>
            <a:tileRect l="-100000" b="-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Neue Haas Grotesk Text Pro"/>
              <a:ea typeface="+mn-ea"/>
              <a:cs typeface="+mn-cs"/>
            </a:endParaRPr>
          </a:p>
        </p:txBody>
      </p:sp>
      <p:sp>
        <p:nvSpPr>
          <p:cNvPr id="5" name="Rectangle 4">
            <a:extLst>
              <a:ext uri="{FF2B5EF4-FFF2-40B4-BE49-F238E27FC236}">
                <a16:creationId xmlns:a16="http://schemas.microsoft.com/office/drawing/2014/main" id="{0854A4F1-E6B3-0BD8-2214-FC728BA0524F}"/>
              </a:ext>
            </a:extLst>
          </p:cNvPr>
          <p:cNvSpPr/>
          <p:nvPr/>
        </p:nvSpPr>
        <p:spPr>
          <a:xfrm rot="5400000">
            <a:off x="4604446" y="-729554"/>
            <a:ext cx="4537587" cy="10637521"/>
          </a:xfrm>
          <a:prstGeom prst="rect">
            <a:avLst/>
          </a:prstGeom>
          <a:gradFill flip="none" rotWithShape="1">
            <a:gsLst>
              <a:gs pos="65000">
                <a:schemeClr val="tx1">
                  <a:alpha val="0"/>
                </a:schemeClr>
              </a:gs>
              <a:gs pos="0">
                <a:schemeClr val="accent3">
                  <a:lumMod val="60000"/>
                  <a:lumOff val="40000"/>
                  <a:alpha val="70000"/>
                </a:schemeClr>
              </a:gs>
              <a:gs pos="32000">
                <a:schemeClr val="accent4">
                  <a:alpha val="0"/>
                </a:schemeClr>
              </a:gs>
            </a:gsLst>
            <a:lin ang="96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12" name="Title 11">
            <a:extLst>
              <a:ext uri="{FF2B5EF4-FFF2-40B4-BE49-F238E27FC236}">
                <a16:creationId xmlns:a16="http://schemas.microsoft.com/office/drawing/2014/main" id="{4B18168D-C992-4156-FB48-F867F260F21D}"/>
              </a:ext>
            </a:extLst>
          </p:cNvPr>
          <p:cNvSpPr>
            <a:spLocks noGrp="1"/>
          </p:cNvSpPr>
          <p:nvPr>
            <p:ph type="title"/>
          </p:nvPr>
        </p:nvSpPr>
        <p:spPr>
          <a:xfrm>
            <a:off x="270456" y="1133862"/>
            <a:ext cx="8346853" cy="3537889"/>
          </a:xfrm>
        </p:spPr>
        <p:txBody>
          <a:bodyPr anchor="t"/>
          <a:lstStyle>
            <a:lvl1pPr>
              <a:defRPr sz="5000"/>
            </a:lvl1pPr>
          </a:lstStyle>
          <a:p>
            <a:r>
              <a:rPr lang="en-US"/>
              <a:t>Click to edit Master title style</a:t>
            </a:r>
          </a:p>
        </p:txBody>
      </p:sp>
      <p:sp>
        <p:nvSpPr>
          <p:cNvPr id="14" name="Subtitle 2">
            <a:extLst>
              <a:ext uri="{FF2B5EF4-FFF2-40B4-BE49-F238E27FC236}">
                <a16:creationId xmlns:a16="http://schemas.microsoft.com/office/drawing/2014/main" id="{701A87CE-1AFE-0182-C6D3-084296E48E91}"/>
              </a:ext>
            </a:extLst>
          </p:cNvPr>
          <p:cNvSpPr>
            <a:spLocks noGrp="1"/>
          </p:cNvSpPr>
          <p:nvPr>
            <p:ph type="subTitle" idx="1"/>
          </p:nvPr>
        </p:nvSpPr>
        <p:spPr>
          <a:xfrm>
            <a:off x="301751" y="5525725"/>
            <a:ext cx="6052929" cy="884901"/>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5EAFA23F-C567-5858-AF7D-C37EC8657A25}"/>
              </a:ext>
            </a:extLst>
          </p:cNvPr>
          <p:cNvSpPr>
            <a:spLocks noGrp="1"/>
          </p:cNvSpPr>
          <p:nvPr>
            <p:ph type="dt" sz="half" idx="10"/>
          </p:nvPr>
        </p:nvSpPr>
        <p:spPr/>
        <p:txBody>
          <a:bodyPr/>
          <a:lstStyle/>
          <a:p>
            <a:fld id="{7DA2CEDE-2AB4-4FB8-9551-E0AA4222B1A3}" type="datetime1">
              <a:rPr lang="en-US" smtClean="0"/>
              <a:t>6/15/2026</a:t>
            </a:fld>
            <a:endParaRPr lang="en-US"/>
          </a:p>
        </p:txBody>
      </p:sp>
      <p:sp>
        <p:nvSpPr>
          <p:cNvPr id="8" name="Footer Placeholder 7">
            <a:extLst>
              <a:ext uri="{FF2B5EF4-FFF2-40B4-BE49-F238E27FC236}">
                <a16:creationId xmlns:a16="http://schemas.microsoft.com/office/drawing/2014/main" id="{8EFB4A31-4D88-6836-9F3A-5E23FC9DE7FB}"/>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3C38715-2A76-D075-B90E-D24A263D8DA5}"/>
              </a:ext>
            </a:extLst>
          </p:cNvPr>
          <p:cNvSpPr>
            <a:spLocks noGrp="1"/>
          </p:cNvSpPr>
          <p:nvPr>
            <p:ph type="sldNum" sz="quarter" idx="12"/>
          </p:nvPr>
        </p:nvSpPr>
        <p:spPr/>
        <p:txBody>
          <a:bodyPr/>
          <a:lstStyle/>
          <a:p>
            <a:fld id="{5E0677F5-4A8A-4BF1-96BE-3BAE8FBAFE2E}" type="slidenum">
              <a:rPr lang="en-US" smtClean="0"/>
              <a:pPr/>
              <a:t>‹#›</a:t>
            </a:fld>
            <a:endParaRPr lang="en-US"/>
          </a:p>
        </p:txBody>
      </p:sp>
      <p:cxnSp>
        <p:nvCxnSpPr>
          <p:cNvPr id="6" name="Straight Connector 5">
            <a:extLst>
              <a:ext uri="{FF2B5EF4-FFF2-40B4-BE49-F238E27FC236}">
                <a16:creationId xmlns:a16="http://schemas.microsoft.com/office/drawing/2014/main" id="{3D6702AA-E129-137F-060D-8DD37BC99937}"/>
              </a:ext>
            </a:extLst>
          </p:cNvPr>
          <p:cNvCxnSpPr>
            <a:cxnSpLocks/>
          </p:cNvCxnSpPr>
          <p:nvPr/>
        </p:nvCxnSpPr>
        <p:spPr>
          <a:xfrm flipH="1">
            <a:off x="358140" y="762000"/>
            <a:ext cx="11475720" cy="0"/>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FD9841-58FA-E828-27A6-DBFBFA5C0854}"/>
              </a:ext>
            </a:extLst>
          </p:cNvPr>
          <p:cNvCxnSpPr>
            <a:cxnSpLocks/>
          </p:cNvCxnSpPr>
          <p:nvPr/>
        </p:nvCxnSpPr>
        <p:spPr>
          <a:xfrm flipH="1">
            <a:off x="394716" y="5250426"/>
            <a:ext cx="11402568" cy="0"/>
          </a:xfrm>
          <a:prstGeom prst="line">
            <a:avLst/>
          </a:prstGeom>
          <a:ln w="6350">
            <a:solidFill>
              <a:schemeClr val="tx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89207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6/15/2026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4058427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16200000" flipH="1">
            <a:off x="-367223" y="363046"/>
            <a:ext cx="6866356" cy="6131909"/>
          </a:xfrm>
          <a:prstGeom prst="rect">
            <a:avLst/>
          </a:prstGeom>
          <a:gradFill>
            <a:gsLst>
              <a:gs pos="0">
                <a:schemeClr val="accent1">
                  <a:lumMod val="75000"/>
                </a:schemeClr>
              </a:gs>
              <a:gs pos="69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16200000">
            <a:off x="-2106733" y="2106735"/>
            <a:ext cx="6858000" cy="2644533"/>
          </a:xfrm>
          <a:prstGeom prst="rect">
            <a:avLst/>
          </a:prstGeom>
          <a:gradFill>
            <a:gsLst>
              <a:gs pos="0">
                <a:schemeClr val="accent3">
                  <a:lumMod val="60000"/>
                  <a:lumOff val="40000"/>
                  <a:alpha val="72000"/>
                </a:schemeClr>
              </a:gs>
              <a:gs pos="49000">
                <a:schemeClr val="bg2">
                  <a:alpha val="0"/>
                </a:schemeClr>
              </a:gs>
            </a:gsLst>
            <a:lin ang="58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DF922070-FC98-090C-2EE5-E880AEA09D1B}"/>
              </a:ext>
            </a:extLst>
          </p:cNvPr>
          <p:cNvSpPr/>
          <p:nvPr/>
        </p:nvSpPr>
        <p:spPr>
          <a:xfrm flipH="1" flipV="1">
            <a:off x="0" y="2200164"/>
            <a:ext cx="12192000" cy="4657836"/>
          </a:xfrm>
          <a:prstGeom prst="rect">
            <a:avLst/>
          </a:prstGeom>
          <a:gradFill>
            <a:gsLst>
              <a:gs pos="0">
                <a:schemeClr val="accent2"/>
              </a:gs>
              <a:gs pos="52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74320" y="1079500"/>
            <a:ext cx="9867900" cy="5514953"/>
          </a:xfrm>
        </p:spPr>
        <p:txBody>
          <a:bodyPr anchor="b">
            <a:normAutofit/>
          </a:bodyPr>
          <a:lstStyle>
            <a:lvl1pPr>
              <a:defRPr sz="72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FF27D51-28B8-B2E3-D66E-632D6F01E601}"/>
              </a:ext>
            </a:extLst>
          </p:cNvPr>
          <p:cNvSpPr>
            <a:spLocks noGrp="1"/>
          </p:cNvSpPr>
          <p:nvPr>
            <p:ph type="dt" sz="half" idx="10"/>
          </p:nvPr>
        </p:nvSpPr>
        <p:spPr/>
        <p:txBody>
          <a:bodyPr/>
          <a:lstStyle/>
          <a:p>
            <a:fld id="{7DA2CEDE-2AB4-4FB8-9551-E0AA4222B1A3}" type="datetime1">
              <a:rPr lang="en-US" smtClean="0"/>
              <a:t>6/15/2026</a:t>
            </a:fld>
            <a:endParaRPr lang="en-US"/>
          </a:p>
        </p:txBody>
      </p:sp>
      <p:sp>
        <p:nvSpPr>
          <p:cNvPr id="4" name="Footer Placeholder 3">
            <a:extLst>
              <a:ext uri="{FF2B5EF4-FFF2-40B4-BE49-F238E27FC236}">
                <a16:creationId xmlns:a16="http://schemas.microsoft.com/office/drawing/2014/main" id="{411DCFE3-286D-146F-718D-4D8F709FB8DE}"/>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C65F9152-3DAD-AB36-D2B3-9A4DBF0AA786}"/>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112944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6/15/2026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556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191826-CFE4-1D6E-85E2-32EE006A5C5D}"/>
              </a:ext>
            </a:extLst>
          </p:cNvPr>
          <p:cNvSpPr/>
          <p:nvPr/>
        </p:nvSpPr>
        <p:spPr>
          <a:xfrm flipH="1">
            <a:off x="0" y="0"/>
            <a:ext cx="12192000" cy="6857996"/>
          </a:xfrm>
          <a:prstGeom prst="rect">
            <a:avLst/>
          </a:prstGeom>
          <a:gradFill flip="none" rotWithShape="1">
            <a:gsLst>
              <a:gs pos="93000">
                <a:schemeClr val="tx2"/>
              </a:gs>
              <a:gs pos="75000">
                <a:schemeClr val="accent1">
                  <a:alpha val="94000"/>
                </a:schemeClr>
              </a:gs>
              <a:gs pos="39000">
                <a:schemeClr val="accent4">
                  <a:lumMod val="50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DDCB74-BBA4-B75C-2781-A574716A3DE4}"/>
              </a:ext>
            </a:extLst>
          </p:cNvPr>
          <p:cNvSpPr/>
          <p:nvPr/>
        </p:nvSpPr>
        <p:spPr>
          <a:xfrm>
            <a:off x="0" y="-5"/>
            <a:ext cx="7958884" cy="5425439"/>
          </a:xfrm>
          <a:prstGeom prst="rect">
            <a:avLst/>
          </a:prstGeom>
          <a:gradFill flip="none" rotWithShape="1">
            <a:gsLst>
              <a:gs pos="6000">
                <a:schemeClr val="accent4">
                  <a:lumMod val="50000"/>
                </a:schemeClr>
              </a:gs>
              <a:gs pos="51000">
                <a:schemeClr val="accent6">
                  <a:lumMod val="75000"/>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4A60CA-D100-CFE6-62AC-013A201FBB9F}"/>
              </a:ext>
            </a:extLst>
          </p:cNvPr>
          <p:cNvSpPr/>
          <p:nvPr/>
        </p:nvSpPr>
        <p:spPr>
          <a:xfrm rot="5400000">
            <a:off x="1660810" y="-1660814"/>
            <a:ext cx="6858000" cy="10179620"/>
          </a:xfrm>
          <a:prstGeom prst="rect">
            <a:avLst/>
          </a:prstGeom>
          <a:gradFill flip="none" rotWithShape="1">
            <a:gsLst>
              <a:gs pos="6000">
                <a:schemeClr val="accent3">
                  <a:lumMod val="60000"/>
                  <a:lumOff val="40000"/>
                  <a:alpha val="50000"/>
                </a:schemeClr>
              </a:gs>
              <a:gs pos="72989">
                <a:schemeClr val="bg2">
                  <a:alpha val="0"/>
                </a:schemeClr>
              </a:gs>
              <a:gs pos="37000">
                <a:schemeClr val="accent2">
                  <a:lumMod val="75000"/>
                  <a:alpha val="8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itle 4">
            <a:extLst>
              <a:ext uri="{FF2B5EF4-FFF2-40B4-BE49-F238E27FC236}">
                <a16:creationId xmlns:a16="http://schemas.microsoft.com/office/drawing/2014/main" id="{22C61630-0AC6-F4D9-545E-38A32C69F3CA}"/>
              </a:ext>
            </a:extLst>
          </p:cNvPr>
          <p:cNvSpPr>
            <a:spLocks noGrp="1"/>
          </p:cNvSpPr>
          <p:nvPr>
            <p:ph type="title"/>
          </p:nvPr>
        </p:nvSpPr>
        <p:spPr>
          <a:xfrm>
            <a:off x="274320" y="1148579"/>
            <a:ext cx="4724400" cy="2811649"/>
          </a:xfrm>
        </p:spPr>
        <p:txBody>
          <a:bodyPr anchor="t"/>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2375" y="210114"/>
            <a:ext cx="1884796" cy="365760"/>
          </a:xfrm>
        </p:spPr>
        <p:txBody>
          <a:bodyPr/>
          <a:lstStyle/>
          <a:p>
            <a:fld id="{C2A0816E-BD5C-478F-AB95-6BE098266DF3}" type="datetime1">
              <a:rPr lang="en-US" smtClean="0"/>
              <a:t>6/15/2026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81323" y="210114"/>
            <a:ext cx="2509284"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1322" y="1148580"/>
            <a:ext cx="4986777" cy="4606762"/>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5326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5515BC3-2A9C-497B-B82C-246EEDDDF89C}" type="datetime1">
              <a:rPr lang="en-US" smtClean="0"/>
              <a:t>6/15/2026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428086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EF5A46-889B-82F0-E6A3-B308E2DCC951}"/>
              </a:ext>
            </a:extLst>
          </p:cNvPr>
          <p:cNvSpPr/>
          <p:nvPr/>
        </p:nvSpPr>
        <p:spPr>
          <a:xfrm rot="5400000" flipH="1" flipV="1">
            <a:off x="5012872" y="-5012874"/>
            <a:ext cx="2166257" cy="12192001"/>
          </a:xfrm>
          <a:prstGeom prst="rect">
            <a:avLst/>
          </a:prstGeom>
          <a:gradFill flip="none" rotWithShape="1">
            <a:gsLst>
              <a:gs pos="0">
                <a:schemeClr val="accent3">
                  <a:lumMod val="60000"/>
                  <a:lumOff val="40000"/>
                </a:schemeClr>
              </a:gs>
              <a:gs pos="61000">
                <a:schemeClr val="bg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70E27D4F-6E85-4618-7F98-5F4B945ACFE4}"/>
              </a:ext>
            </a:extLst>
          </p:cNvPr>
          <p:cNvSpPr/>
          <p:nvPr/>
        </p:nvSpPr>
        <p:spPr>
          <a:xfrm rot="10800000" flipH="1" flipV="1">
            <a:off x="4836601" y="0"/>
            <a:ext cx="7355399" cy="6858000"/>
          </a:xfrm>
          <a:prstGeom prst="rect">
            <a:avLst/>
          </a:prstGeom>
          <a:gradFill flip="none" rotWithShape="1">
            <a:gsLst>
              <a:gs pos="44000">
                <a:schemeClr val="accent2">
                  <a:alpha val="28000"/>
                </a:schemeClr>
              </a:gs>
              <a:gs pos="0">
                <a:schemeClr val="accent1"/>
              </a:gs>
              <a:gs pos="75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70C6460E-7477-249C-CA29-89DD19B3F5CB}"/>
              </a:ext>
            </a:extLst>
          </p:cNvPr>
          <p:cNvSpPr/>
          <p:nvPr/>
        </p:nvSpPr>
        <p:spPr>
          <a:xfrm rot="10800000" flipH="1" flipV="1">
            <a:off x="6749143" y="1763485"/>
            <a:ext cx="5442857" cy="5094514"/>
          </a:xfrm>
          <a:prstGeom prst="rect">
            <a:avLst/>
          </a:prstGeom>
          <a:gradFill flip="none" rotWithShape="1">
            <a:gsLst>
              <a:gs pos="0">
                <a:schemeClr val="accent5">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90595"/>
            <a:ext cx="5811178" cy="3043682"/>
          </a:xfrm>
        </p:spPr>
        <p:txBody>
          <a:bodyPr anchor="b">
            <a:normAutofit/>
          </a:bodyPr>
          <a:lstStyle>
            <a:lvl1pPr>
              <a:defRPr sz="4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CDEAC1E-5504-4723-BE4B-1DE8B305AF62}" type="datetime1">
              <a:rPr lang="en-US" smtClean="0"/>
              <a:t>6/15/2026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4167941"/>
            <a:ext cx="5811177" cy="181722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24301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37BF44-E096-ADC8-0C23-BA7E19E66787}"/>
              </a:ext>
            </a:extLst>
          </p:cNvPr>
          <p:cNvSpPr/>
          <p:nvPr/>
        </p:nvSpPr>
        <p:spPr>
          <a:xfrm rot="10800000" flipV="1">
            <a:off x="3342" y="0"/>
            <a:ext cx="5334001" cy="6858000"/>
          </a:xfrm>
          <a:prstGeom prst="rect">
            <a:avLst/>
          </a:prstGeom>
          <a:gradFill flip="none" rotWithShape="1">
            <a:gsLst>
              <a:gs pos="52000">
                <a:schemeClr val="accent2">
                  <a:alpha val="28000"/>
                </a:schemeClr>
              </a:gs>
              <a:gs pos="0">
                <a:schemeClr val="accent1"/>
              </a:gs>
              <a:gs pos="78000">
                <a:schemeClr val="bg2">
                  <a:alpha val="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E503D519-17B6-1CCD-DA98-45A0B88A04E8}"/>
              </a:ext>
            </a:extLst>
          </p:cNvPr>
          <p:cNvSpPr/>
          <p:nvPr/>
        </p:nvSpPr>
        <p:spPr>
          <a:xfrm rot="10800000" flipV="1">
            <a:off x="-2" y="1448661"/>
            <a:ext cx="7828909" cy="5409338"/>
          </a:xfrm>
          <a:prstGeom prst="rect">
            <a:avLst/>
          </a:prstGeom>
          <a:gradFill flip="none" rotWithShape="1">
            <a:gsLst>
              <a:gs pos="0">
                <a:schemeClr val="accent3">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738353"/>
            <a:ext cx="2907231" cy="2501900"/>
          </a:xfrm>
        </p:spPr>
        <p:txBody>
          <a:bodyPr anchor="t">
            <a:normAutofit/>
          </a:bodyPr>
          <a:lstStyle>
            <a:lvl1pPr>
              <a:defRPr sz="2800">
                <a:solidFill>
                  <a:schemeClr val="tx1"/>
                </a:solidFill>
              </a:defRPr>
            </a:lvl1pPr>
          </a:lstStyle>
          <a:p>
            <a:r>
              <a:rPr lang="en-US"/>
              <a:t>Click to edit Master title style</a:t>
            </a:r>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8E6582D0-CC23-4B30-B5F7-0EC0E82226EA}" type="datetime1">
              <a:rPr lang="en-US" smtClean="0"/>
              <a:t>6/15/2026</a:t>
            </a:fld>
            <a:endParaRPr lang="en-US"/>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r>
              <a:rPr lang="en-US"/>
              <a:t>Sample Footer Text</a:t>
            </a:r>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334000" y="1738352"/>
            <a:ext cx="4797769" cy="3787377"/>
          </a:xfrm>
        </p:spPr>
        <p:txBody>
          <a:bodyPr vert="horz" lIns="91440" tIns="45720" rIns="73152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588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1">
              <a:rPr lang="en-US" smtClean="0"/>
              <a:t>6/15/2026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56481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25286"/>
            <a:ext cx="6177587" cy="1635723"/>
          </a:xfrm>
        </p:spPr>
        <p:txBody>
          <a:bodyPr anchor="b">
            <a:norm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73F7B4F8-3C61-0936-7251-8633EE5F2C1B}"/>
              </a:ext>
            </a:extLst>
          </p:cNvPr>
          <p:cNvSpPr>
            <a:spLocks noGrp="1"/>
          </p:cNvSpPr>
          <p:nvPr>
            <p:ph type="dt" sz="half" idx="14"/>
          </p:nvPr>
        </p:nvSpPr>
        <p:spPr/>
        <p:txBody>
          <a:bodyPr/>
          <a:lstStyle/>
          <a:p>
            <a:fld id="{7DA2CEDE-2AB4-4FB8-9551-E0AA4222B1A3}" type="datetime1">
              <a:rPr lang="en-US" smtClean="0"/>
              <a:t>6/15/2026</a:t>
            </a:fld>
            <a:endParaRPr lang="en-US"/>
          </a:p>
        </p:txBody>
      </p:sp>
      <p:sp>
        <p:nvSpPr>
          <p:cNvPr id="5" name="Footer Placeholder 4">
            <a:extLst>
              <a:ext uri="{FF2B5EF4-FFF2-40B4-BE49-F238E27FC236}">
                <a16:creationId xmlns:a16="http://schemas.microsoft.com/office/drawing/2014/main" id="{26DA624A-E1F8-4C9A-205B-0A6EA83A187B}"/>
              </a:ext>
            </a:extLst>
          </p:cNvPr>
          <p:cNvSpPr>
            <a:spLocks noGrp="1"/>
          </p:cNvSpPr>
          <p:nvPr>
            <p:ph type="ftr" sz="quarter" idx="15"/>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11848B1D-AC89-3F75-720C-6A1E8C8E7AAF}"/>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017520"/>
            <a:ext cx="7680960" cy="34747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F51E206-ED3F-B360-C610-1197186BA59A}"/>
              </a:ext>
            </a:extLst>
          </p:cNvPr>
          <p:cNvSpPr/>
          <p:nvPr/>
        </p:nvSpPr>
        <p:spPr>
          <a:xfrm rot="16200000" flipV="1">
            <a:off x="7683337" y="2349337"/>
            <a:ext cx="6858000" cy="2159326"/>
          </a:xfrm>
          <a:prstGeom prst="rect">
            <a:avLst/>
          </a:prstGeom>
          <a:gradFill>
            <a:gsLst>
              <a:gs pos="0">
                <a:schemeClr val="accent3"/>
              </a:gs>
              <a:gs pos="48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4D874C02-925E-C0AE-1F22-882A90A64E54}"/>
              </a:ext>
            </a:extLst>
          </p:cNvPr>
          <p:cNvSpPr/>
          <p:nvPr/>
        </p:nvSpPr>
        <p:spPr>
          <a:xfrm rot="10800000" flipH="1" flipV="1">
            <a:off x="7849486" y="0"/>
            <a:ext cx="4342514" cy="6858000"/>
          </a:xfrm>
          <a:prstGeom prst="rect">
            <a:avLst/>
          </a:prstGeom>
          <a:gradFill flip="none" rotWithShape="1">
            <a:gsLst>
              <a:gs pos="29000">
                <a:schemeClr val="accent2">
                  <a:alpha val="28000"/>
                </a:schemeClr>
              </a:gs>
              <a:gs pos="5000">
                <a:schemeClr val="accent1">
                  <a:alpha val="63000"/>
                </a:schemeClr>
              </a:gs>
              <a:gs pos="66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3506743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1">
              <a:rPr lang="en-US" smtClean="0"/>
              <a:t>6/15/2026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17984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6/15/2026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6306086" cy="5335754"/>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90087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376"/>
            <a:ext cx="9875520"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7DA9862-2C49-41B4-AD0B-6F93BC6DDDF8}" type="datetime1">
              <a:rPr lang="en-US" smtClean="0"/>
              <a:t>6/15/2026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67BDEC48-6AF0-A15B-1E5D-9476B32733A4}"/>
              </a:ext>
            </a:extLst>
          </p:cNvPr>
          <p:cNvSpPr/>
          <p:nvPr/>
        </p:nvSpPr>
        <p:spPr>
          <a:xfrm rot="10800000" flipH="1">
            <a:off x="0" y="1700784"/>
            <a:ext cx="12192000" cy="2406798"/>
          </a:xfrm>
          <a:prstGeom prst="rect">
            <a:avLst/>
          </a:prstGeom>
          <a:gradFill>
            <a:gsLst>
              <a:gs pos="79000">
                <a:schemeClr val="bg2">
                  <a:alpha val="0"/>
                </a:schemeClr>
              </a:gs>
              <a:gs pos="100000">
                <a:schemeClr val="accent6">
                  <a:alpha val="66000"/>
                </a:schemeClr>
              </a:gs>
            </a:gsLst>
            <a:lin ang="5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6CCDA7C-EB2B-A59A-8F97-263F3FE42D52}"/>
              </a:ext>
            </a:extLst>
          </p:cNvPr>
          <p:cNvSpPr/>
          <p:nvPr/>
        </p:nvSpPr>
        <p:spPr>
          <a:xfrm rot="10800000">
            <a:off x="1159597" y="1700784"/>
            <a:ext cx="11032403" cy="1260888"/>
          </a:xfrm>
          <a:prstGeom prst="rect">
            <a:avLst/>
          </a:prstGeom>
          <a:gradFill flip="none" rotWithShape="1">
            <a:gsLst>
              <a:gs pos="21830">
                <a:schemeClr val="accent1">
                  <a:lumMod val="75000"/>
                  <a:alpha val="35000"/>
                </a:schemeClr>
              </a:gs>
              <a:gs pos="0">
                <a:schemeClr val="accent3">
                  <a:lumMod val="60000"/>
                  <a:lumOff val="40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2011679"/>
            <a:ext cx="1161288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8134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6/15/2026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7420178" cy="5375082"/>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43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37D881E9-FF16-48A7-B8AA-A17AAAEAD6E1}" type="datetime1">
              <a:rPr lang="en-US" smtClean="0"/>
              <a:t>6/15/2026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9491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59103" y="952500"/>
            <a:ext cx="3239262" cy="158288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0"/>
            <a:ext cx="7620000" cy="6858001"/>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81000" y="210114"/>
            <a:ext cx="1413537" cy="365760"/>
          </a:xfrm>
        </p:spPr>
        <p:txBody>
          <a:bodyPr/>
          <a:lstStyle/>
          <a:p>
            <a:fld id="{52D95AE2-CFB9-4B68-957C-4721356B27A9}" type="datetime1">
              <a:rPr lang="en-US" smtClean="0"/>
              <a:t>6/15/2026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50916" y="210114"/>
            <a:ext cx="233352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59103" y="3103929"/>
            <a:ext cx="3239262" cy="3109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A2AF1B15-A912-4D71-3A1C-A97F524B9DE0}"/>
              </a:ext>
            </a:extLst>
          </p:cNvPr>
          <p:cNvCxnSpPr>
            <a:cxnSpLocks/>
          </p:cNvCxnSpPr>
          <p:nvPr/>
        </p:nvCxnSpPr>
        <p:spPr>
          <a:xfrm flipH="1">
            <a:off x="8237415"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6800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6/15/2026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8655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BDF39F2-6977-4B14-98E3-4DFE82804B0D}" type="datetime1">
              <a:rPr lang="en-US" smtClean="0"/>
              <a:t>6/15/2026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userDrawn="1"/>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91089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1" y="955810"/>
            <a:ext cx="4114799" cy="1244051"/>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01752" y="210114"/>
            <a:ext cx="1485900" cy="365760"/>
          </a:xfrm>
        </p:spPr>
        <p:txBody>
          <a:bodyPr/>
          <a:lstStyle/>
          <a:p>
            <a:fld id="{2BDF39F2-6977-4B14-98E3-4DFE82804B0D}" type="datetime1">
              <a:rPr lang="en-US" smtClean="0"/>
              <a:t>6/15/2026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2268722"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a:xfrm>
            <a:off x="4192949"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2788920"/>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5232400" y="1"/>
            <a:ext cx="6959600" cy="6858000"/>
          </a:xfrm>
          <a:blipFill>
            <a:blip r:embed="rId2">
              <a:alphaModFix amt="60000"/>
            </a:blip>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F5904EB0-09B1-E4AD-6BEA-66B82835A61F}"/>
              </a:ext>
            </a:extLst>
          </p:cNvPr>
          <p:cNvCxnSpPr>
            <a:cxnSpLocks/>
          </p:cNvCxnSpPr>
          <p:nvPr/>
        </p:nvCxnSpPr>
        <p:spPr>
          <a:xfrm flipH="1">
            <a:off x="395444"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B01857F-DF9F-2A98-2C2B-889C9BE29432}"/>
              </a:ext>
            </a:extLst>
          </p:cNvPr>
          <p:cNvSpPr/>
          <p:nvPr userDrawn="1"/>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19134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1">
              <a:rPr lang="en-US" smtClean="0"/>
              <a:t>6/15/2026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36615521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3383280"/>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3017520"/>
          </a:xfrm>
          <a:blipFill dpi="0" rotWithShape="1">
            <a:blip r:embed="rId2">
              <a:alphaModFix amt="60000"/>
            </a:blip>
            <a:srcRect/>
            <a:stretch>
              <a:fillRect b="-29122"/>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3383280"/>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6/15/2026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8029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6/15/2026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userDrawn="1"/>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8947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6F66A7C-2450-4D43-AEC7-53AFAE9E8A03}" type="datetime1">
              <a:rPr lang="en-US" smtClean="0"/>
              <a:t>6/15/2026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433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341" y="1005840"/>
            <a:ext cx="5098676" cy="88584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 y="0"/>
            <a:ext cx="5627801" cy="6858001"/>
          </a:xfrm>
          <a:blipFill>
            <a:blip r:embed="rId2">
              <a:alphaModFix amt="60000"/>
            </a:blip>
            <a:stretch>
              <a:fillRect/>
            </a:stretch>
          </a:blipFill>
        </p:spPr>
        <p:txBody>
          <a:bodyPr/>
          <a:lstStyle>
            <a:lvl1pPr>
              <a:defRPr/>
            </a:lvl1pPr>
          </a:lstStyle>
          <a:p>
            <a:r>
              <a:rPr lang="en-US" dirty="0"/>
              <a:t>   </a:t>
            </a:r>
          </a:p>
        </p:txBody>
      </p:sp>
      <p:sp>
        <p:nvSpPr>
          <p:cNvPr id="3" name="Date Placeholder 2">
            <a:extLst>
              <a:ext uri="{FF2B5EF4-FFF2-40B4-BE49-F238E27FC236}">
                <a16:creationId xmlns:a16="http://schemas.microsoft.com/office/drawing/2014/main" id="{8C8F33F2-F4BB-B275-F273-C808EF0E4C3F}"/>
              </a:ext>
            </a:extLst>
          </p:cNvPr>
          <p:cNvSpPr>
            <a:spLocks noGrp="1"/>
          </p:cNvSpPr>
          <p:nvPr>
            <p:ph type="dt" sz="half" idx="16"/>
          </p:nvPr>
        </p:nvSpPr>
        <p:spPr/>
        <p:txBody>
          <a:bodyPr/>
          <a:lstStyle/>
          <a:p>
            <a:fld id="{7DA2CEDE-2AB4-4FB8-9551-E0AA4222B1A3}" type="datetime1">
              <a:rPr lang="en-US" smtClean="0"/>
              <a:t>6/15/2026</a:t>
            </a:fld>
            <a:endParaRPr lang="en-US"/>
          </a:p>
        </p:txBody>
      </p:sp>
      <p:sp>
        <p:nvSpPr>
          <p:cNvPr id="7" name="Footer Placeholder 6">
            <a:extLst>
              <a:ext uri="{FF2B5EF4-FFF2-40B4-BE49-F238E27FC236}">
                <a16:creationId xmlns:a16="http://schemas.microsoft.com/office/drawing/2014/main" id="{13F4D515-6DB5-140D-B839-CB332F27BDD7}"/>
              </a:ext>
            </a:extLst>
          </p:cNvPr>
          <p:cNvSpPr>
            <a:spLocks noGrp="1"/>
          </p:cNvSpPr>
          <p:nvPr>
            <p:ph type="ftr" sz="quarter" idx="17"/>
          </p:nvPr>
        </p:nvSpPr>
        <p:spPr>
          <a:xfrm>
            <a:off x="6146341"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6C24E981-2AEE-AD42-76FB-6003D79DAE8C}"/>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155767" y="2047285"/>
            <a:ext cx="5098675" cy="4048715"/>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969FB954-0266-229D-9FE8-7EEDE4102171}"/>
              </a:ext>
            </a:extLst>
          </p:cNvPr>
          <p:cNvCxnSpPr>
            <a:cxnSpLocks/>
          </p:cNvCxnSpPr>
          <p:nvPr/>
        </p:nvCxnSpPr>
        <p:spPr>
          <a:xfrm flipH="1">
            <a:off x="6247224" y="751313"/>
            <a:ext cx="55500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8637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4984"/>
            <a:ext cx="2820593" cy="2018221"/>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6/15/2026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3668134" y="210114"/>
            <a:ext cx="330200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178517"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3669802" y="1014984"/>
            <a:ext cx="3951867" cy="5088504"/>
          </a:xfrm>
        </p:spPr>
        <p:txBody>
          <a:bodyPr r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288976" y="0"/>
            <a:ext cx="3903023" cy="6857999"/>
          </a:xfrm>
          <a:blipFill>
            <a:blip r:embed="rId2">
              <a:alphaModFix amt="60000"/>
            </a:blip>
            <a:stretch>
              <a:fillRect/>
            </a:stretch>
          </a:blipFill>
        </p:spPr>
        <p:txBody>
          <a:bodyPr/>
          <a:lstStyle>
            <a:lvl1pPr>
              <a:defRPr/>
            </a:lvl1pPr>
          </a:lstStyle>
          <a:p>
            <a:r>
              <a:rPr lang="en-US" dirty="0"/>
              <a:t>   </a:t>
            </a:r>
          </a:p>
        </p:txBody>
      </p:sp>
      <p:cxnSp>
        <p:nvCxnSpPr>
          <p:cNvPr id="7" name="Straight Connector 6">
            <a:extLst>
              <a:ext uri="{FF2B5EF4-FFF2-40B4-BE49-F238E27FC236}">
                <a16:creationId xmlns:a16="http://schemas.microsoft.com/office/drawing/2014/main" id="{9A521034-7090-2D31-55C9-25FDCC8BE1D5}"/>
              </a:ext>
            </a:extLst>
          </p:cNvPr>
          <p:cNvCxnSpPr>
            <a:cxnSpLocks/>
          </p:cNvCxnSpPr>
          <p:nvPr/>
        </p:nvCxnSpPr>
        <p:spPr>
          <a:xfrm flipH="1">
            <a:off x="397002" y="751313"/>
            <a:ext cx="72977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BEA23E8F-F4E2-0421-02A4-4F2398C907D3}"/>
              </a:ext>
            </a:extLst>
          </p:cNvPr>
          <p:cNvSpPr/>
          <p:nvPr/>
        </p:nvSpPr>
        <p:spPr>
          <a:xfrm flipH="1">
            <a:off x="0" y="3644910"/>
            <a:ext cx="1854200" cy="3213090"/>
          </a:xfrm>
          <a:prstGeom prst="rect">
            <a:avLst/>
          </a:prstGeom>
          <a:gradFill>
            <a:gsLst>
              <a:gs pos="60000">
                <a:schemeClr val="bg2">
                  <a:alpha val="0"/>
                </a:schemeClr>
              </a:gs>
              <a:gs pos="100000">
                <a:schemeClr val="accent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18298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FBC323F5-F813-45BA-B261-A7C41DB03AE5}" type="datetime1">
              <a:rPr lang="en-US" smtClean="0"/>
              <a:t>6/15/2026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9859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124712"/>
            <a:ext cx="6035040" cy="118872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341B6B1A-D5A1-4BE6-F356-717BCDE641E2}"/>
              </a:ext>
            </a:extLst>
          </p:cNvPr>
          <p:cNvSpPr>
            <a:spLocks noGrp="1"/>
          </p:cNvSpPr>
          <p:nvPr>
            <p:ph type="dt" sz="half" idx="16"/>
          </p:nvPr>
        </p:nvSpPr>
        <p:spPr>
          <a:xfrm>
            <a:off x="301752" y="210114"/>
            <a:ext cx="1759288" cy="365760"/>
          </a:xfrm>
        </p:spPr>
        <p:txBody>
          <a:bodyPr/>
          <a:lstStyle/>
          <a:p>
            <a:fld id="{7DA2CEDE-2AB4-4FB8-9551-E0AA4222B1A3}" type="datetime1">
              <a:rPr lang="en-US" smtClean="0"/>
              <a:t>6/15/2026</a:t>
            </a:fld>
            <a:endParaRPr lang="en-US"/>
          </a:p>
        </p:txBody>
      </p:sp>
      <p:sp>
        <p:nvSpPr>
          <p:cNvPr id="5" name="Footer Placeholder 4">
            <a:extLst>
              <a:ext uri="{FF2B5EF4-FFF2-40B4-BE49-F238E27FC236}">
                <a16:creationId xmlns:a16="http://schemas.microsoft.com/office/drawing/2014/main" id="{EC0BF832-23A2-A613-62C4-CB5A46DFFDAE}"/>
              </a:ext>
            </a:extLst>
          </p:cNvPr>
          <p:cNvSpPr>
            <a:spLocks noGrp="1"/>
          </p:cNvSpPr>
          <p:nvPr>
            <p:ph type="ftr" sz="quarter" idx="17"/>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840ECE9-B681-F022-60D1-1A016882C82F}"/>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93776" y="2629095"/>
            <a:ext cx="6286500" cy="3729912"/>
          </a:xfrm>
          <a:blipFill>
            <a:blip r:embed="rId2">
              <a:alphaModFix amt="60000"/>
            </a:blip>
            <a:stretch>
              <a:fillRect b="-13379"/>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20000" y="1124712"/>
            <a:ext cx="3683000" cy="523429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751E514-0366-08AF-7655-4232DA4DBADF}"/>
              </a:ext>
            </a:extLst>
          </p:cNvPr>
          <p:cNvSpPr/>
          <p:nvPr/>
        </p:nvSpPr>
        <p:spPr>
          <a:xfrm flipH="1">
            <a:off x="3009900" y="5797487"/>
            <a:ext cx="9182100" cy="1060512"/>
          </a:xfrm>
          <a:prstGeom prst="rect">
            <a:avLst/>
          </a:prstGeom>
          <a:gradFill>
            <a:gsLst>
              <a:gs pos="55000">
                <a:schemeClr val="bg2">
                  <a:alpha val="0"/>
                </a:schemeClr>
              </a:gs>
              <a:gs pos="100000">
                <a:schemeClr val="accent4"/>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817AFFE-A609-63B8-B679-F0129190A122}"/>
              </a:ext>
            </a:extLst>
          </p:cNvPr>
          <p:cNvSpPr/>
          <p:nvPr/>
        </p:nvSpPr>
        <p:spPr>
          <a:xfrm rot="5400000" flipH="1">
            <a:off x="9426287" y="4092286"/>
            <a:ext cx="4807525" cy="723901"/>
          </a:xfrm>
          <a:prstGeom prst="rect">
            <a:avLst/>
          </a:prstGeom>
          <a:gradFill>
            <a:gsLst>
              <a:gs pos="47000">
                <a:schemeClr val="bg2">
                  <a:alpha val="0"/>
                </a:schemeClr>
              </a:gs>
              <a:gs pos="100000">
                <a:schemeClr val="accent3">
                  <a:lumMod val="40000"/>
                  <a:lumOff val="60000"/>
                  <a:alpha val="61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5959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60120"/>
            <a:ext cx="7726680" cy="914400"/>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6D40D1C1-6E49-4083-B78C-1B50EA73104C}" type="datetime1">
              <a:rPr lang="en-US" smtClean="0"/>
              <a:t>6/15/2026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4942516" y="203862"/>
            <a:ext cx="2377440"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7540537" y="203862"/>
            <a:ext cx="602991"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1" y="2194560"/>
            <a:ext cx="772668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8663152" y="0"/>
            <a:ext cx="3528848" cy="6858000"/>
          </a:xfrm>
          <a:blipFill>
            <a:blip r:embed="rId2">
              <a:alphaModFix amt="60000"/>
            </a:blip>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61A1B53F-5BA2-09DF-9A48-941699CA2D54}"/>
              </a:ext>
            </a:extLst>
          </p:cNvPr>
          <p:cNvCxnSpPr>
            <a:cxnSpLocks/>
          </p:cNvCxnSpPr>
          <p:nvPr/>
        </p:nvCxnSpPr>
        <p:spPr>
          <a:xfrm flipH="1">
            <a:off x="457202" y="751313"/>
            <a:ext cx="75895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8445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10016" y="957435"/>
            <a:ext cx="6400800" cy="885847"/>
          </a:xfrm>
        </p:spPr>
        <p:txBody>
          <a:bodyPr rIns="548640"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2" y="0"/>
            <a:ext cx="4698090" cy="6858001"/>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5213149" y="212239"/>
            <a:ext cx="2208276" cy="365760"/>
          </a:xfrm>
        </p:spPr>
        <p:txBody>
          <a:bodyPr/>
          <a:lstStyle/>
          <a:p>
            <a:fld id="{E74C9532-5249-4EF8-9302-9703A89C50A6}" type="datetime1">
              <a:rPr lang="en-US" smtClean="0"/>
              <a:t>6/15/2026</a:t>
            </a:fld>
            <a:endParaRPr lang="en-US"/>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7619999" y="210114"/>
            <a:ext cx="2297151" cy="365760"/>
          </a:xfrm>
        </p:spPr>
        <p:txBody>
          <a:bodyPr/>
          <a:lstStyle/>
          <a:p>
            <a:r>
              <a:rPr lang="en-US"/>
              <a:t>Sample Footer Text</a:t>
            </a:r>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10016" y="2054715"/>
            <a:ext cx="6400800" cy="4502965"/>
          </a:xfrm>
        </p:spPr>
        <p:txBody>
          <a:bodyPr rIns="5486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9D4FBA1-5448-1E5A-42E9-23AAC06CC512}"/>
              </a:ext>
            </a:extLst>
          </p:cNvPr>
          <p:cNvCxnSpPr>
            <a:cxnSpLocks/>
          </p:cNvCxnSpPr>
          <p:nvPr/>
        </p:nvCxnSpPr>
        <p:spPr>
          <a:xfrm flipH="1">
            <a:off x="5319887" y="751313"/>
            <a:ext cx="64773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6026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6/15/2026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81370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6/15/2026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70957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1">
              <a:rPr lang="en-US" smtClean="0"/>
              <a:t>6/15/2026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3875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DD010CB8-5ADF-D96A-0AE8-D830AFDEB94C}"/>
              </a:ext>
            </a:extLst>
          </p:cNvPr>
          <p:cNvSpPr>
            <a:spLocks noGrp="1"/>
          </p:cNvSpPr>
          <p:nvPr>
            <p:ph type="title"/>
          </p:nvPr>
        </p:nvSpPr>
        <p:spPr>
          <a:xfrm>
            <a:off x="7622485" y="1100831"/>
            <a:ext cx="3503935" cy="3811825"/>
          </a:xfrm>
        </p:spPr>
        <p:txBody>
          <a:bodyPr anchor="t">
            <a:normAutofit/>
          </a:bodyPr>
          <a:lstStyle>
            <a:lvl1pPr>
              <a:lnSpc>
                <a:spcPct val="100000"/>
              </a:lnSpc>
              <a:defRPr sz="2000">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7E7D3A11-047C-4AE4-9A54-AA0426E18492}" type="datetime1">
              <a:rPr lang="en-US" smtClean="0"/>
              <a:t>6/15/2026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9" name="Content Placeholder 9">
            <a:extLst>
              <a:ext uri="{FF2B5EF4-FFF2-40B4-BE49-F238E27FC236}">
                <a16:creationId xmlns:a16="http://schemas.microsoft.com/office/drawing/2014/main" id="{205AA2D5-1683-397E-F373-FD43CF41C356}"/>
              </a:ext>
            </a:extLst>
          </p:cNvPr>
          <p:cNvSpPr>
            <a:spLocks noGrp="1"/>
          </p:cNvSpPr>
          <p:nvPr>
            <p:ph sz="quarter" idx="17" hasCustomPrompt="1"/>
          </p:nvPr>
        </p:nvSpPr>
        <p:spPr>
          <a:xfrm>
            <a:off x="274638" y="1192305"/>
            <a:ext cx="6354305" cy="5302119"/>
          </a:xfrm>
        </p:spPr>
        <p:txBody>
          <a:bodyPr anchor="b"/>
          <a:lstStyle>
            <a:lvl1pPr>
              <a:lnSpc>
                <a:spcPct val="85000"/>
              </a:lnSpc>
              <a:defRPr sz="167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8" name="Straight Connector 7">
            <a:extLst>
              <a:ext uri="{FF2B5EF4-FFF2-40B4-BE49-F238E27FC236}">
                <a16:creationId xmlns:a16="http://schemas.microsoft.com/office/drawing/2014/main" id="{6A889F67-0B6B-A4B3-54DF-0A8015E5486C}"/>
              </a:ext>
            </a:extLst>
          </p:cNvPr>
          <p:cNvCxnSpPr>
            <a:cxnSpLocks/>
          </p:cNvCxnSpPr>
          <p:nvPr/>
        </p:nvCxnSpPr>
        <p:spPr>
          <a:xfrm flipV="1">
            <a:off x="7083125" y="1192305"/>
            <a:ext cx="0" cy="4711453"/>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1160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1175658" y="0"/>
            <a:ext cx="11016342" cy="6858000"/>
          </a:xfrm>
          <a:prstGeom prst="rect">
            <a:avLst/>
          </a:prstGeom>
          <a:gradFill flip="none" rotWithShape="1">
            <a:gsLst>
              <a:gs pos="61500">
                <a:schemeClr val="accent1">
                  <a:alpha val="50000"/>
                </a:schemeClr>
              </a:gs>
              <a:gs pos="40000">
                <a:schemeClr val="accent5">
                  <a:alpha val="50000"/>
                </a:schemeClr>
              </a:gs>
              <a:gs pos="6000">
                <a:schemeClr val="bg2"/>
              </a:gs>
              <a:gs pos="94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267450" y="933451"/>
            <a:ext cx="6858000" cy="4991099"/>
          </a:xfrm>
          <a:prstGeom prst="rect">
            <a:avLst/>
          </a:prstGeom>
          <a:gradFill>
            <a:gsLst>
              <a:gs pos="3000">
                <a:schemeClr val="accent6">
                  <a:lumMod val="75000"/>
                </a:schemeClr>
              </a:gs>
              <a:gs pos="65000">
                <a:schemeClr val="accent4">
                  <a:lumMod val="50000"/>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Rectangle 2">
            <a:extLst>
              <a:ext uri="{FF2B5EF4-FFF2-40B4-BE49-F238E27FC236}">
                <a16:creationId xmlns:a16="http://schemas.microsoft.com/office/drawing/2014/main" id="{81D28BDD-509C-1D92-D003-9C8B1DAEC620}"/>
              </a:ext>
            </a:extLst>
          </p:cNvPr>
          <p:cNvSpPr/>
          <p:nvPr/>
        </p:nvSpPr>
        <p:spPr>
          <a:xfrm flipH="1" flipV="1">
            <a:off x="2764971" y="4219356"/>
            <a:ext cx="9427029" cy="2638644"/>
          </a:xfrm>
          <a:prstGeom prst="rect">
            <a:avLst/>
          </a:prstGeom>
          <a:gradFill flip="none" rotWithShape="1">
            <a:gsLst>
              <a:gs pos="0">
                <a:schemeClr val="accent3"/>
              </a:gs>
              <a:gs pos="52000">
                <a:schemeClr val="bg2">
                  <a:alpha val="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826BBCE4-74E2-A371-85F6-5E780BA94CAA}"/>
              </a:ext>
            </a:extLst>
          </p:cNvPr>
          <p:cNvSpPr/>
          <p:nvPr/>
        </p:nvSpPr>
        <p:spPr>
          <a:xfrm flipV="1">
            <a:off x="1524" y="1858018"/>
            <a:ext cx="12188952" cy="4999982"/>
          </a:xfrm>
          <a:prstGeom prst="rect">
            <a:avLst/>
          </a:prstGeom>
          <a:gradFill>
            <a:gsLst>
              <a:gs pos="28000">
                <a:schemeClr val="bg2"/>
              </a:gs>
              <a:gs pos="56000">
                <a:schemeClr val="bg2">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6815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Title 10">
            <a:extLst>
              <a:ext uri="{FF2B5EF4-FFF2-40B4-BE49-F238E27FC236}">
                <a16:creationId xmlns:a16="http://schemas.microsoft.com/office/drawing/2014/main" id="{2548AAB2-8D73-965E-CC0B-7865E812CACE}"/>
              </a:ext>
            </a:extLst>
          </p:cNvPr>
          <p:cNvSpPr>
            <a:spLocks noGrp="1"/>
          </p:cNvSpPr>
          <p:nvPr>
            <p:ph type="title"/>
          </p:nvPr>
        </p:nvSpPr>
        <p:spPr>
          <a:xfrm>
            <a:off x="6477001" y="5056104"/>
            <a:ext cx="5320284" cy="1322290"/>
          </a:xfrm>
        </p:spPr>
        <p:txBody>
          <a:bodyPr anchor="t"/>
          <a:lstStyle>
            <a:lvl1pPr algn="r">
              <a:lnSpc>
                <a:spcPct val="120000"/>
              </a:lnSpc>
              <a:spcBef>
                <a:spcPts val="1000"/>
              </a:spcBef>
              <a:defRPr sz="2000">
                <a:latin typeface="+mn-lt"/>
              </a:defRPr>
            </a:lvl1pPr>
          </a:lstStyle>
          <a:p>
            <a:r>
              <a:rPr lang="en-US"/>
              <a:t>Click to edit Master title style</a:t>
            </a:r>
            <a:endParaRPr lang="en-US" dirty="0"/>
          </a:p>
        </p:txBody>
      </p:sp>
      <p:sp>
        <p:nvSpPr>
          <p:cNvPr id="14" name="Date Placeholder 13">
            <a:extLst>
              <a:ext uri="{FF2B5EF4-FFF2-40B4-BE49-F238E27FC236}">
                <a16:creationId xmlns:a16="http://schemas.microsoft.com/office/drawing/2014/main" id="{459F1889-15CA-49B5-957D-AFEE32125C96}"/>
              </a:ext>
            </a:extLst>
          </p:cNvPr>
          <p:cNvSpPr>
            <a:spLocks noGrp="1"/>
          </p:cNvSpPr>
          <p:nvPr>
            <p:ph type="dt" sz="half" idx="14"/>
          </p:nvPr>
        </p:nvSpPr>
        <p:spPr/>
        <p:txBody>
          <a:bodyPr/>
          <a:lstStyle/>
          <a:p>
            <a:fld id="{7DA2CEDE-2AB4-4FB8-9551-E0AA4222B1A3}" type="datetime1">
              <a:rPr lang="en-US" smtClean="0"/>
              <a:t>6/15/2026</a:t>
            </a:fld>
            <a:endParaRPr lang="en-US"/>
          </a:p>
        </p:txBody>
      </p:sp>
      <p:sp>
        <p:nvSpPr>
          <p:cNvPr id="15" name="Footer Placeholder 14">
            <a:extLst>
              <a:ext uri="{FF2B5EF4-FFF2-40B4-BE49-F238E27FC236}">
                <a16:creationId xmlns:a16="http://schemas.microsoft.com/office/drawing/2014/main" id="{08B8EC79-A8CC-7A55-D80D-9F557250E751}"/>
              </a:ext>
            </a:extLst>
          </p:cNvPr>
          <p:cNvSpPr>
            <a:spLocks noGrp="1"/>
          </p:cNvSpPr>
          <p:nvPr>
            <p:ph type="ftr" sz="quarter" idx="15"/>
          </p:nvPr>
        </p:nvSpPr>
        <p:spPr/>
        <p:txBody>
          <a:bodyPr/>
          <a:lstStyle/>
          <a:p>
            <a:r>
              <a:rPr lang="en-US"/>
              <a:t>Sample Footer Text</a:t>
            </a:r>
          </a:p>
        </p:txBody>
      </p:sp>
      <p:sp>
        <p:nvSpPr>
          <p:cNvPr id="16" name="Slide Number Placeholder 15">
            <a:extLst>
              <a:ext uri="{FF2B5EF4-FFF2-40B4-BE49-F238E27FC236}">
                <a16:creationId xmlns:a16="http://schemas.microsoft.com/office/drawing/2014/main" id="{20317C40-C1F7-2A61-6EFC-9DBC5587444B}"/>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9">
            <a:extLst>
              <a:ext uri="{FF2B5EF4-FFF2-40B4-BE49-F238E27FC236}">
                <a16:creationId xmlns:a16="http://schemas.microsoft.com/office/drawing/2014/main" id="{D9D57452-6086-AD7E-BB02-6CEEDA958256}"/>
              </a:ext>
            </a:extLst>
          </p:cNvPr>
          <p:cNvSpPr>
            <a:spLocks noGrp="1"/>
          </p:cNvSpPr>
          <p:nvPr>
            <p:ph sz="quarter" idx="17" hasCustomPrompt="1"/>
          </p:nvPr>
        </p:nvSpPr>
        <p:spPr>
          <a:xfrm>
            <a:off x="274638" y="965289"/>
            <a:ext cx="11087974" cy="3423256"/>
          </a:xfrm>
        </p:spPr>
        <p:txBody>
          <a:bodyPr anchor="t"/>
          <a:lstStyle>
            <a:lvl1pPr>
              <a:lnSpc>
                <a:spcPct val="85000"/>
              </a:lnSpc>
              <a:defRPr sz="24400">
                <a:solidFill>
                  <a:schemeClr val="tx1"/>
                </a:solidFill>
                <a:latin typeface="+mj-lt"/>
              </a:defRPr>
            </a:lvl1pPr>
          </a:lstStyle>
          <a:p>
            <a:pPr lvl="0"/>
            <a:r>
              <a:rPr lang="en-US" dirty="0"/>
              <a:t>##%</a:t>
            </a:r>
          </a:p>
        </p:txBody>
      </p:sp>
    </p:spTree>
    <p:extLst>
      <p:ext uri="{BB962C8B-B14F-4D97-AF65-F5344CB8AC3E}">
        <p14:creationId xmlns:p14="http://schemas.microsoft.com/office/powerpoint/2010/main" val="18409913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1D28BDD-509C-1D92-D003-9C8B1DAEC620}"/>
              </a:ext>
            </a:extLst>
          </p:cNvPr>
          <p:cNvSpPr/>
          <p:nvPr/>
        </p:nvSpPr>
        <p:spPr>
          <a:xfrm flipH="1" flipV="1">
            <a:off x="-1" y="2200164"/>
            <a:ext cx="12192000" cy="4657836"/>
          </a:xfrm>
          <a:prstGeom prst="rect">
            <a:avLst/>
          </a:prstGeom>
          <a:gradFill>
            <a:gsLst>
              <a:gs pos="0">
                <a:schemeClr val="accent2"/>
              </a:gs>
              <a:gs pos="47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5325644" y="726090"/>
            <a:ext cx="6866356" cy="6131909"/>
          </a:xfrm>
          <a:prstGeom prst="rect">
            <a:avLst/>
          </a:prstGeom>
          <a:gradFill flip="none" rotWithShape="1">
            <a:gsLst>
              <a:gs pos="20000">
                <a:schemeClr val="accent3">
                  <a:lumMod val="60000"/>
                  <a:lumOff val="40000"/>
                  <a:alpha val="67000"/>
                </a:schemeClr>
              </a:gs>
              <a:gs pos="5000">
                <a:schemeClr val="tx2">
                  <a:alpha val="94000"/>
                </a:schemeClr>
              </a:gs>
              <a:gs pos="70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683189" y="1349189"/>
            <a:ext cx="6858000" cy="4159622"/>
          </a:xfrm>
          <a:prstGeom prst="rect">
            <a:avLst/>
          </a:prstGeom>
          <a:gradFill>
            <a:gsLst>
              <a:gs pos="0">
                <a:schemeClr val="accent1">
                  <a:lumMod val="75000"/>
                </a:schemeClr>
              </a:gs>
              <a:gs pos="63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7636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8" name="Title 10">
            <a:extLst>
              <a:ext uri="{FF2B5EF4-FFF2-40B4-BE49-F238E27FC236}">
                <a16:creationId xmlns:a16="http://schemas.microsoft.com/office/drawing/2014/main" id="{6E27F960-EB1F-031C-F95C-2380BB06B5E8}"/>
              </a:ext>
            </a:extLst>
          </p:cNvPr>
          <p:cNvSpPr>
            <a:spLocks noGrp="1"/>
          </p:cNvSpPr>
          <p:nvPr>
            <p:ph type="title"/>
          </p:nvPr>
        </p:nvSpPr>
        <p:spPr>
          <a:xfrm>
            <a:off x="1885949" y="5125006"/>
            <a:ext cx="8420100" cy="728222"/>
          </a:xfrm>
        </p:spPr>
        <p:txBody>
          <a:bodyPr anchor="ctr"/>
          <a:lstStyle>
            <a:lvl1pPr algn="ctr">
              <a:lnSpc>
                <a:spcPct val="120000"/>
              </a:lnSpc>
              <a:spcBef>
                <a:spcPts val="1000"/>
              </a:spcBef>
              <a:defRPr sz="2000">
                <a:latin typeface="+mn-lt"/>
              </a:defRPr>
            </a:lvl1pPr>
          </a:lstStyle>
          <a:p>
            <a:r>
              <a:rPr lang="en-US"/>
              <a:t>Click to edit Master title style</a:t>
            </a:r>
            <a:endParaRPr lang="en-US" dirty="0"/>
          </a:p>
        </p:txBody>
      </p:sp>
      <p:sp>
        <p:nvSpPr>
          <p:cNvPr id="6" name="Content Placeholder 9">
            <a:extLst>
              <a:ext uri="{FF2B5EF4-FFF2-40B4-BE49-F238E27FC236}">
                <a16:creationId xmlns:a16="http://schemas.microsoft.com/office/drawing/2014/main" id="{A34236BC-4366-0C69-F209-C904D38401F8}"/>
              </a:ext>
            </a:extLst>
          </p:cNvPr>
          <p:cNvSpPr>
            <a:spLocks noGrp="1"/>
          </p:cNvSpPr>
          <p:nvPr>
            <p:ph sz="quarter" idx="17" hasCustomPrompt="1"/>
          </p:nvPr>
        </p:nvSpPr>
        <p:spPr>
          <a:xfrm>
            <a:off x="723900" y="726090"/>
            <a:ext cx="10744200" cy="3860382"/>
          </a:xfrm>
        </p:spPr>
        <p:txBody>
          <a:bodyPr anchor="b"/>
          <a:lstStyle>
            <a:lvl1pPr algn="ctr">
              <a:lnSpc>
                <a:spcPct val="85000"/>
              </a:lnSpc>
              <a:defRPr sz="25500">
                <a:solidFill>
                  <a:schemeClr val="tx1"/>
                </a:solidFill>
                <a:latin typeface="+mj-lt"/>
              </a:defRPr>
            </a:lvl1pPr>
          </a:lstStyle>
          <a:p>
            <a:pPr lvl="0"/>
            <a:r>
              <a:rPr lang="en-US" dirty="0"/>
              <a:t>##%</a:t>
            </a:r>
          </a:p>
        </p:txBody>
      </p:sp>
      <p:cxnSp>
        <p:nvCxnSpPr>
          <p:cNvPr id="14" name="Straight Connector 13">
            <a:extLst>
              <a:ext uri="{FF2B5EF4-FFF2-40B4-BE49-F238E27FC236}">
                <a16:creationId xmlns:a16="http://schemas.microsoft.com/office/drawing/2014/main" id="{417591FD-2E75-A22D-FBA7-02D7E815F645}"/>
              </a:ext>
            </a:extLst>
          </p:cNvPr>
          <p:cNvCxnSpPr>
            <a:cxnSpLocks/>
          </p:cNvCxnSpPr>
          <p:nvPr/>
        </p:nvCxnSpPr>
        <p:spPr>
          <a:xfrm flipH="1">
            <a:off x="394716" y="6091872"/>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5" name="Date Placeholder 14">
            <a:extLst>
              <a:ext uri="{FF2B5EF4-FFF2-40B4-BE49-F238E27FC236}">
                <a16:creationId xmlns:a16="http://schemas.microsoft.com/office/drawing/2014/main" id="{38FB55F3-AB08-16DF-AAC9-DD747B27C4E2}"/>
              </a:ext>
            </a:extLst>
          </p:cNvPr>
          <p:cNvSpPr>
            <a:spLocks noGrp="1"/>
          </p:cNvSpPr>
          <p:nvPr>
            <p:ph type="dt" sz="half" idx="14"/>
          </p:nvPr>
        </p:nvSpPr>
        <p:spPr>
          <a:xfrm>
            <a:off x="301752" y="6286290"/>
            <a:ext cx="1759288" cy="365760"/>
          </a:xfrm>
        </p:spPr>
        <p:txBody>
          <a:bodyPr/>
          <a:lstStyle/>
          <a:p>
            <a:fld id="{7DA2CEDE-2AB4-4FB8-9551-E0AA4222B1A3}" type="datetime1">
              <a:rPr lang="en-US" smtClean="0"/>
              <a:t>6/15/2026</a:t>
            </a:fld>
            <a:endParaRPr lang="en-US"/>
          </a:p>
        </p:txBody>
      </p:sp>
      <p:sp>
        <p:nvSpPr>
          <p:cNvPr id="16" name="Footer Placeholder 15">
            <a:extLst>
              <a:ext uri="{FF2B5EF4-FFF2-40B4-BE49-F238E27FC236}">
                <a16:creationId xmlns:a16="http://schemas.microsoft.com/office/drawing/2014/main" id="{E16155A7-4EE1-631B-DE09-AD84BEA5F71F}"/>
              </a:ext>
            </a:extLst>
          </p:cNvPr>
          <p:cNvSpPr>
            <a:spLocks noGrp="1"/>
          </p:cNvSpPr>
          <p:nvPr>
            <p:ph type="ftr" sz="quarter" idx="15"/>
          </p:nvPr>
        </p:nvSpPr>
        <p:spPr>
          <a:xfrm>
            <a:off x="7622485" y="6286290"/>
            <a:ext cx="2509284" cy="365760"/>
          </a:xfrm>
        </p:spPr>
        <p:txBody>
          <a:bodyPr/>
          <a:lstStyle/>
          <a:p>
            <a:r>
              <a:rPr lang="en-US"/>
              <a:t>Sample Footer Text</a:t>
            </a:r>
          </a:p>
        </p:txBody>
      </p:sp>
      <p:sp>
        <p:nvSpPr>
          <p:cNvPr id="17" name="Slide Number Placeholder 16">
            <a:extLst>
              <a:ext uri="{FF2B5EF4-FFF2-40B4-BE49-F238E27FC236}">
                <a16:creationId xmlns:a16="http://schemas.microsoft.com/office/drawing/2014/main" id="{5711E54C-F006-9166-CC7B-F217541169AB}"/>
              </a:ext>
            </a:extLst>
          </p:cNvPr>
          <p:cNvSpPr>
            <a:spLocks noGrp="1"/>
          </p:cNvSpPr>
          <p:nvPr>
            <p:ph type="sldNum" sz="quarter" idx="16"/>
          </p:nvPr>
        </p:nvSpPr>
        <p:spPr>
          <a:xfrm>
            <a:off x="11300323" y="6286290"/>
            <a:ext cx="605475" cy="365760"/>
          </a:xfrm>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23676798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1">
              <a:rPr lang="en-US" smtClean="0"/>
              <a:t>6/15/2026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49426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tatement 2">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CF1CF0-C3ED-5EA1-C726-EBAC66FC459E}"/>
              </a:ext>
            </a:extLst>
          </p:cNvPr>
          <p:cNvGrpSpPr/>
          <p:nvPr/>
        </p:nvGrpSpPr>
        <p:grpSpPr>
          <a:xfrm rot="10800000">
            <a:off x="1" y="0"/>
            <a:ext cx="12190476" cy="6858000"/>
            <a:chOff x="-9781" y="3912"/>
            <a:chExt cx="12211365" cy="6858000"/>
          </a:xfrm>
        </p:grpSpPr>
        <p:sp>
          <p:nvSpPr>
            <p:cNvPr id="5" name="Rectangle 4">
              <a:extLst>
                <a:ext uri="{FF2B5EF4-FFF2-40B4-BE49-F238E27FC236}">
                  <a16:creationId xmlns:a16="http://schemas.microsoft.com/office/drawing/2014/main" id="{09BA6A3A-21BC-BCE6-BC2B-B42FA75A49EF}"/>
                </a:ext>
              </a:extLst>
            </p:cNvPr>
            <p:cNvSpPr/>
            <p:nvPr/>
          </p:nvSpPr>
          <p:spPr>
            <a:xfrm>
              <a:off x="-9780" y="3912"/>
              <a:ext cx="122098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2FB24053-097C-6D55-5E0C-0603408E5C88}"/>
                </a:ext>
              </a:extLst>
            </p:cNvPr>
            <p:cNvSpPr/>
            <p:nvPr/>
          </p:nvSpPr>
          <p:spPr>
            <a:xfrm rot="5400000" flipH="1">
              <a:off x="2666140" y="-2672008"/>
              <a:ext cx="6857996" cy="12209838"/>
            </a:xfrm>
            <a:prstGeom prst="rect">
              <a:avLst/>
            </a:prstGeom>
            <a:gradFill>
              <a:gsLst>
                <a:gs pos="0">
                  <a:schemeClr val="accent3">
                    <a:lumMod val="60000"/>
                    <a:lumOff val="40000"/>
                  </a:schemeClr>
                </a:gs>
                <a:gs pos="65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p:nvSpPr>
          <p:spPr>
            <a:xfrm rot="16200000" flipH="1">
              <a:off x="2666139" y="-2672007"/>
              <a:ext cx="6858000" cy="12209838"/>
            </a:xfrm>
            <a:prstGeom prst="rect">
              <a:avLst/>
            </a:prstGeom>
            <a:gradFill flip="none" rotWithShape="1">
              <a:gsLst>
                <a:gs pos="0">
                  <a:schemeClr val="accent1">
                    <a:lumMod val="75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4BFC185B-E462-A41C-3F22-C8625064206D}"/>
                </a:ext>
              </a:extLst>
            </p:cNvPr>
            <p:cNvSpPr/>
            <p:nvPr/>
          </p:nvSpPr>
          <p:spPr>
            <a:xfrm rot="5400000">
              <a:off x="4173989" y="-1164157"/>
              <a:ext cx="3842298" cy="12209838"/>
            </a:xfrm>
            <a:prstGeom prst="rect">
              <a:avLst/>
            </a:prstGeom>
            <a:gradFill>
              <a:gsLst>
                <a:gs pos="0">
                  <a:schemeClr val="accent6"/>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5681150" y="3912"/>
              <a:ext cx="6520434" cy="6858000"/>
            </a:xfrm>
            <a:prstGeom prst="rect">
              <a:avLst/>
            </a:prstGeom>
            <a:gradFill flip="none" rotWithShape="1">
              <a:gsLst>
                <a:gs pos="8000">
                  <a:schemeClr val="bg2"/>
                </a:gs>
                <a:gs pos="71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BBFD9073-9E84-4C56-B5C8-FA6026186803}" type="datetime1">
              <a:rPr lang="en-US" smtClean="0"/>
              <a:t>6/15/2026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66900" y="1926628"/>
            <a:ext cx="8420099" cy="3229900"/>
          </a:xfrm>
        </p:spPr>
        <p:txBody>
          <a:bodyPr anchor="ctr">
            <a:normAutofit/>
          </a:bodyPr>
          <a:lstStyle>
            <a:lvl1pPr marL="0" indent="0" algn="ctr">
              <a:lnSpc>
                <a:spcPct val="100000"/>
              </a:lnSpc>
              <a:buNone/>
              <a:defRPr sz="5400" b="0">
                <a:solidFill>
                  <a:schemeClr val="tx1"/>
                </a:solidFill>
              </a:defRPr>
            </a:lvl1pPr>
            <a:lvl2pPr marL="228600" indent="0" algn="ctr">
              <a:lnSpc>
                <a:spcPct val="100000"/>
              </a:lnSpc>
              <a:buNone/>
              <a:defRPr sz="4800" b="0">
                <a:solidFill>
                  <a:schemeClr val="tx1"/>
                </a:solidFill>
              </a:defRPr>
            </a:lvl2pPr>
            <a:lvl3pPr marL="457200" indent="0" algn="ctr">
              <a:lnSpc>
                <a:spcPct val="100000"/>
              </a:lnSpc>
              <a:buNone/>
              <a:defRPr sz="4400" b="0">
                <a:solidFill>
                  <a:schemeClr val="tx1"/>
                </a:solidFill>
              </a:defRPr>
            </a:lvl3pPr>
            <a:lvl4pPr marL="685800" indent="0" algn="ctr">
              <a:lnSpc>
                <a:spcPct val="100000"/>
              </a:lnSpc>
              <a:buNone/>
              <a:defRPr sz="4000" b="0">
                <a:solidFill>
                  <a:schemeClr val="tx1"/>
                </a:solidFill>
              </a:defRPr>
            </a:lvl4pPr>
            <a:lvl5pPr marL="914400" indent="0" algn="ctr">
              <a:lnSpc>
                <a:spcPct val="100000"/>
              </a:lnSpc>
              <a:buNone/>
              <a:defRPr sz="36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78803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C5C2AD-3C50-C089-D649-A6D2273BB610}"/>
              </a:ext>
            </a:extLst>
          </p:cNvPr>
          <p:cNvSpPr/>
          <p:nvPr/>
        </p:nvSpPr>
        <p:spPr>
          <a:xfrm rot="16200000" flipH="1">
            <a:off x="5328160" y="-27729"/>
            <a:ext cx="1537858" cy="12189821"/>
          </a:xfrm>
          <a:prstGeom prst="rect">
            <a:avLst/>
          </a:prstGeom>
          <a:gradFill>
            <a:gsLst>
              <a:gs pos="38000">
                <a:schemeClr val="accent1">
                  <a:lumMod val="75000"/>
                  <a:alpha val="0"/>
                </a:schemeClr>
              </a:gs>
              <a:gs pos="96000">
                <a:schemeClr val="accent3">
                  <a:lumMod val="60000"/>
                  <a:lumOff val="40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7FD71008-F1A2-4E65-9AFD-4970D8007661}" type="datetime1">
              <a:rPr lang="en-US" smtClean="0"/>
              <a:t>6/15/2026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B6061286-C2FC-AEA2-F983-2178EAD2A63F}"/>
              </a:ext>
            </a:extLst>
          </p:cNvPr>
          <p:cNvSpPr/>
          <p:nvPr/>
        </p:nvSpPr>
        <p:spPr>
          <a:xfrm flipH="1" flipV="1">
            <a:off x="-3" y="2058528"/>
            <a:ext cx="8585201" cy="4799472"/>
          </a:xfrm>
          <a:prstGeom prst="rect">
            <a:avLst/>
          </a:prstGeom>
          <a:gradFill flip="none" rotWithShape="1">
            <a:gsLst>
              <a:gs pos="69000">
                <a:schemeClr val="accent1">
                  <a:alpha val="0"/>
                </a:schemeClr>
              </a:gs>
              <a:gs pos="30000">
                <a:schemeClr val="accent3">
                  <a:lumMod val="60000"/>
                  <a:lumOff val="40000"/>
                  <a:alpha val="47000"/>
                </a:schemeClr>
              </a:gs>
              <a:gs pos="0">
                <a:schemeClr val="tx1">
                  <a:alpha val="88000"/>
                </a:schemeClr>
              </a:gs>
              <a:gs pos="100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94C601D0-F929-5C7E-ABB1-EDAE306F5314}"/>
              </a:ext>
            </a:extLst>
          </p:cNvPr>
          <p:cNvSpPr/>
          <p:nvPr/>
        </p:nvSpPr>
        <p:spPr>
          <a:xfrm>
            <a:off x="0" y="5298252"/>
            <a:ext cx="11044517" cy="1559747"/>
          </a:xfrm>
          <a:prstGeom prst="rect">
            <a:avLst/>
          </a:prstGeom>
          <a:gradFill>
            <a:gsLst>
              <a:gs pos="36000">
                <a:schemeClr val="accent6">
                  <a:alpha val="0"/>
                </a:schemeClr>
              </a:gs>
              <a:gs pos="91000">
                <a:schemeClr val="bg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EF0725A-63D2-3C07-3E64-787784EF748D}"/>
              </a:ext>
            </a:extLst>
          </p:cNvPr>
          <p:cNvSpPr/>
          <p:nvPr/>
        </p:nvSpPr>
        <p:spPr>
          <a:xfrm>
            <a:off x="-1" y="1719695"/>
            <a:ext cx="12189822" cy="35785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74320" y="952500"/>
            <a:ext cx="9296400" cy="3578557"/>
          </a:xfrm>
        </p:spPr>
        <p:txBody>
          <a:bodyPr anchor="t">
            <a:noAutofit/>
          </a:bodyPr>
          <a:lstStyle>
            <a:lvl1pPr marL="0" indent="0">
              <a:lnSpc>
                <a:spcPct val="100000"/>
              </a:lnSpc>
              <a:buNone/>
              <a:defRPr sz="50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3200" b="0">
                <a:solidFill>
                  <a:schemeClr val="tx1"/>
                </a:solidFill>
              </a:defRPr>
            </a:lvl3pPr>
            <a:lvl4pPr marL="685800" indent="0">
              <a:lnSpc>
                <a:spcPct val="100000"/>
              </a:lnSpc>
              <a:buNone/>
              <a:defRPr sz="3200" b="0">
                <a:solidFill>
                  <a:schemeClr val="tx1"/>
                </a:solidFill>
              </a:defRPr>
            </a:lvl4pPr>
            <a:lvl5pPr marL="914400" indent="0">
              <a:lnSpc>
                <a:spcPct val="100000"/>
              </a:lnSpc>
              <a:buNone/>
              <a:defRPr sz="32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46285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8055" y="3"/>
            <a:ext cx="5597866" cy="6857997"/>
          </a:xfrm>
          <a:prstGeom prst="rect">
            <a:avLst/>
          </a:prstGeom>
          <a:gradFill flip="none" rotWithShape="1">
            <a:gsLst>
              <a:gs pos="1149">
                <a:schemeClr val="bg2">
                  <a:alpha val="0"/>
                </a:schemeClr>
              </a:gs>
              <a:gs pos="31000">
                <a:schemeClr val="bg2"/>
              </a:gs>
              <a:gs pos="78000">
                <a:schemeClr val="accent6">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FB24053-097C-6D55-5E0C-0603408E5C88}"/>
              </a:ext>
            </a:extLst>
          </p:cNvPr>
          <p:cNvSpPr/>
          <p:nvPr userDrawn="1"/>
        </p:nvSpPr>
        <p:spPr>
          <a:xfrm rot="16200000" flipH="1">
            <a:off x="-801968" y="801971"/>
            <a:ext cx="6647886" cy="5043946"/>
          </a:xfrm>
          <a:prstGeom prst="rect">
            <a:avLst/>
          </a:prstGeom>
          <a:gradFill flip="none" rotWithShape="1">
            <a:gsLst>
              <a:gs pos="0">
                <a:schemeClr val="accent3">
                  <a:lumMod val="60000"/>
                  <a:lumOff val="40000"/>
                </a:schemeClr>
              </a:gs>
              <a:gs pos="64000">
                <a:schemeClr val="accent1">
                  <a:lumMod val="75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5CFC7E7-57B7-4617-A947-41F006E88028}" type="datetime1">
              <a:rPr lang="en-US" smtClean="0"/>
              <a:t>6/15/2026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3" name="Rectangle 2">
            <a:extLst>
              <a:ext uri="{FF2B5EF4-FFF2-40B4-BE49-F238E27FC236}">
                <a16:creationId xmlns:a16="http://schemas.microsoft.com/office/drawing/2014/main" id="{B3000478-6B9C-F9F2-C4B5-C9452F94C79C}"/>
              </a:ext>
            </a:extLst>
          </p:cNvPr>
          <p:cNvSpPr/>
          <p:nvPr userDrawn="1"/>
        </p:nvSpPr>
        <p:spPr>
          <a:xfrm rot="5400000" flipH="1">
            <a:off x="-433217" y="436937"/>
            <a:ext cx="6838297" cy="6003826"/>
          </a:xfrm>
          <a:prstGeom prst="rect">
            <a:avLst/>
          </a:prstGeom>
          <a:gradFill flip="none" rotWithShape="1">
            <a:gsLst>
              <a:gs pos="23000">
                <a:schemeClr val="bg2"/>
              </a:gs>
              <a:gs pos="55000">
                <a:schemeClr val="bg2">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userDrawn="1"/>
        </p:nvSpPr>
        <p:spPr>
          <a:xfrm rot="5400000" flipH="1">
            <a:off x="3491683" y="1418303"/>
            <a:ext cx="1932033" cy="8947354"/>
          </a:xfrm>
          <a:prstGeom prst="rect">
            <a:avLst/>
          </a:prstGeom>
          <a:gradFill flip="none" rotWithShape="1">
            <a:gsLst>
              <a:gs pos="0">
                <a:schemeClr val="accent4"/>
              </a:gs>
              <a:gs pos="53000">
                <a:schemeClr val="bg2">
                  <a:alpha val="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Content Placeholder 9">
            <a:extLst>
              <a:ext uri="{FF2B5EF4-FFF2-40B4-BE49-F238E27FC236}">
                <a16:creationId xmlns:a16="http://schemas.microsoft.com/office/drawing/2014/main" id="{9EC4EF12-D46B-1903-6274-05152A8CAB65}"/>
              </a:ext>
            </a:extLst>
          </p:cNvPr>
          <p:cNvSpPr>
            <a:spLocks noGrp="1"/>
          </p:cNvSpPr>
          <p:nvPr>
            <p:ph sz="quarter" idx="17" hasCustomPrompt="1"/>
          </p:nvPr>
        </p:nvSpPr>
        <p:spPr>
          <a:xfrm>
            <a:off x="5212080" y="762000"/>
            <a:ext cx="5717459" cy="5334000"/>
          </a:xfrm>
        </p:spPr>
        <p:txBody>
          <a:bodyPr anchor="t">
            <a:normAutofit/>
          </a:bodyPr>
          <a:lstStyle>
            <a:lvl1pPr>
              <a:lnSpc>
                <a:spcPct val="100000"/>
              </a:lnSpc>
              <a:defRPr sz="4800"/>
            </a:lvl1pPr>
            <a:lvl2pPr>
              <a:lnSpc>
                <a:spcPct val="100000"/>
              </a:lnSpc>
              <a:defRPr sz="4400"/>
            </a:lvl2pPr>
            <a:lvl3pPr>
              <a:lnSpc>
                <a:spcPct val="100000"/>
              </a:lnSpc>
              <a:defRPr sz="4000"/>
            </a:lvl3pPr>
            <a:lvl4pPr>
              <a:lnSpc>
                <a:spcPct val="100000"/>
              </a:lnSpc>
              <a:defRPr sz="3600"/>
            </a:lvl4pPr>
            <a:lvl5pPr>
              <a:lnSpc>
                <a:spcPct val="100000"/>
              </a:lnSpc>
              <a:defRPr sz="32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26714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6/15/2026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userDrawn="1"/>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0132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35383F-36EC-D5B0-180D-4D5F853027D1}"/>
              </a:ext>
            </a:extLst>
          </p:cNvPr>
          <p:cNvSpPr/>
          <p:nvPr/>
        </p:nvSpPr>
        <p:spPr>
          <a:xfrm flipH="1">
            <a:off x="-1" y="0"/>
            <a:ext cx="12192002" cy="6858000"/>
          </a:xfrm>
          <a:prstGeom prst="rect">
            <a:avLst/>
          </a:prstGeom>
          <a:gradFill flip="none" rotWithShape="1">
            <a:gsLst>
              <a:gs pos="10000">
                <a:schemeClr val="accent3">
                  <a:lumMod val="60000"/>
                  <a:lumOff val="40000"/>
                  <a:alpha val="75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CB5E5C4-3819-D8FF-73C4-648E36786FBE}"/>
              </a:ext>
            </a:extLst>
          </p:cNvPr>
          <p:cNvSpPr/>
          <p:nvPr/>
        </p:nvSpPr>
        <p:spPr>
          <a:xfrm>
            <a:off x="1524" y="0"/>
            <a:ext cx="12188952" cy="6858000"/>
          </a:xfrm>
          <a:prstGeom prst="rect">
            <a:avLst/>
          </a:prstGeom>
          <a:gradFill>
            <a:gsLst>
              <a:gs pos="27000">
                <a:schemeClr val="accent2">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EFB336-7C01-1B2B-DE9C-135CE71E2AF4}"/>
              </a:ext>
            </a:extLst>
          </p:cNvPr>
          <p:cNvSpPr/>
          <p:nvPr/>
        </p:nvSpPr>
        <p:spPr>
          <a:xfrm rot="10800000" flipH="1">
            <a:off x="3048" y="1"/>
            <a:ext cx="12188952" cy="5601805"/>
          </a:xfrm>
          <a:prstGeom prst="rect">
            <a:avLst/>
          </a:prstGeom>
          <a:gradFill flip="none" rotWithShape="1">
            <a:gsLst>
              <a:gs pos="56000">
                <a:schemeClr val="accent1">
                  <a:alpha val="0"/>
                </a:schemeClr>
              </a:gs>
              <a:gs pos="89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475326" y="4967784"/>
            <a:ext cx="7241347"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4A4A468-500F-41B2-B72F-78A325FCC0DA}" type="datetime1">
              <a:rPr lang="en-US" smtClean="0"/>
              <a:t>6/15/2026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475326" y="1405719"/>
            <a:ext cx="7241347" cy="3261814"/>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94849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2C5369-3140-EE0E-90D0-D10162CA9486}"/>
              </a:ext>
            </a:extLst>
          </p:cNvPr>
          <p:cNvSpPr/>
          <p:nvPr/>
        </p:nvSpPr>
        <p:spPr>
          <a:xfrm flipH="1">
            <a:off x="8215952" y="0"/>
            <a:ext cx="3976048" cy="6858000"/>
          </a:xfrm>
          <a:prstGeom prst="rect">
            <a:avLst/>
          </a:prstGeom>
          <a:gradFill>
            <a:gsLst>
              <a:gs pos="51000">
                <a:schemeClr val="bg2">
                  <a:alpha val="0"/>
                </a:schemeClr>
              </a:gs>
              <a:gs pos="100000">
                <a:schemeClr val="accent1">
                  <a:lumMod val="75000"/>
                  <a:alpha val="80000"/>
                </a:schemeClr>
              </a:gs>
            </a:gsLst>
            <a:lin ang="11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74320" y="5336274"/>
            <a:ext cx="8607140" cy="683525"/>
          </a:xfrm>
        </p:spPr>
        <p:txBody>
          <a:bodyPr anchor="ctr">
            <a:normAutofit/>
          </a:bodyPr>
          <a:lstStyle>
            <a:lvl1pPr marL="137160" indent="-137160">
              <a:defRPr sz="1800"/>
            </a:lvl1pPr>
          </a:lstStyle>
          <a:p>
            <a:r>
              <a:rPr lang="en-US"/>
              <a:t>Quote Author</a:t>
            </a:r>
          </a:p>
        </p:txBody>
      </p:sp>
      <p:sp>
        <p:nvSpPr>
          <p:cNvPr id="8" name="Rectangle 7">
            <a:extLst>
              <a:ext uri="{FF2B5EF4-FFF2-40B4-BE49-F238E27FC236}">
                <a16:creationId xmlns:a16="http://schemas.microsoft.com/office/drawing/2014/main" id="{5A820F3D-C559-60AA-7FD0-657FB2431DB3}"/>
              </a:ext>
            </a:extLst>
          </p:cNvPr>
          <p:cNvSpPr/>
          <p:nvPr/>
        </p:nvSpPr>
        <p:spPr>
          <a:xfrm flipH="1">
            <a:off x="8215952" y="0"/>
            <a:ext cx="3976048" cy="6858000"/>
          </a:xfrm>
          <a:prstGeom prst="rect">
            <a:avLst/>
          </a:prstGeom>
          <a:gradFill>
            <a:gsLst>
              <a:gs pos="75000">
                <a:schemeClr val="bg2">
                  <a:alpha val="0"/>
                </a:schemeClr>
              </a:gs>
              <a:gs pos="96000">
                <a:schemeClr val="accent3">
                  <a:lumMod val="60000"/>
                  <a:lumOff val="40000"/>
                  <a:alpha val="65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E200B1-3B6B-802E-E076-92826DD27EA2}"/>
              </a:ext>
            </a:extLst>
          </p:cNvPr>
          <p:cNvCxnSpPr>
            <a:cxnSpLocks/>
          </p:cNvCxnSpPr>
          <p:nvPr/>
        </p:nvCxnSpPr>
        <p:spPr>
          <a:xfrm flipH="1">
            <a:off x="394716" y="489532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9">
            <a:extLst>
              <a:ext uri="{FF2B5EF4-FFF2-40B4-BE49-F238E27FC236}">
                <a16:creationId xmlns:a16="http://schemas.microsoft.com/office/drawing/2014/main" id="{6CBAF11E-83FD-0A35-2B1B-893C4D55AE9F}"/>
              </a:ext>
            </a:extLst>
          </p:cNvPr>
          <p:cNvSpPr>
            <a:spLocks noGrp="1"/>
          </p:cNvSpPr>
          <p:nvPr>
            <p:ph type="dt" sz="half" idx="14"/>
          </p:nvPr>
        </p:nvSpPr>
        <p:spPr/>
        <p:txBody>
          <a:bodyPr/>
          <a:lstStyle/>
          <a:p>
            <a:fld id="{7DA2CEDE-2AB4-4FB8-9551-E0AA4222B1A3}" type="datetime1">
              <a:rPr lang="en-US" smtClean="0"/>
              <a:t>6/15/2026</a:t>
            </a:fld>
            <a:endParaRPr lang="en-US"/>
          </a:p>
        </p:txBody>
      </p:sp>
      <p:sp>
        <p:nvSpPr>
          <p:cNvPr id="11" name="Footer Placeholder 10">
            <a:extLst>
              <a:ext uri="{FF2B5EF4-FFF2-40B4-BE49-F238E27FC236}">
                <a16:creationId xmlns:a16="http://schemas.microsoft.com/office/drawing/2014/main" id="{2C8F38B5-19FF-BF8F-54FC-894E66C40672}"/>
              </a:ext>
            </a:extLst>
          </p:cNvPr>
          <p:cNvSpPr>
            <a:spLocks noGrp="1"/>
          </p:cNvSpPr>
          <p:nvPr>
            <p:ph type="ftr" sz="quarter" idx="15"/>
          </p:nvPr>
        </p:nvSpPr>
        <p:spPr/>
        <p:txBody>
          <a:bodyPr/>
          <a:lstStyle/>
          <a:p>
            <a:r>
              <a:rPr lang="en-US"/>
              <a:t>Sample Footer Text</a:t>
            </a:r>
          </a:p>
        </p:txBody>
      </p:sp>
      <p:sp>
        <p:nvSpPr>
          <p:cNvPr id="12" name="Slide Number Placeholder 11">
            <a:extLst>
              <a:ext uri="{FF2B5EF4-FFF2-40B4-BE49-F238E27FC236}">
                <a16:creationId xmlns:a16="http://schemas.microsoft.com/office/drawing/2014/main" id="{851EB385-BC70-148F-174E-479BEC0F52E8}"/>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74320" y="1714500"/>
            <a:ext cx="8587285" cy="2625487"/>
          </a:xfrm>
        </p:spPr>
        <p:txBody>
          <a:bodyPr anchor="ctr">
            <a:noAutofit/>
          </a:bodyPr>
          <a:lstStyle>
            <a:lvl1pPr marL="0" indent="0">
              <a:lnSpc>
                <a:spcPct val="100000"/>
              </a:lnSpc>
              <a:buNone/>
              <a:defRPr sz="44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4000" b="0">
                <a:solidFill>
                  <a:schemeClr val="tx1"/>
                </a:solidFill>
              </a:defRPr>
            </a:lvl3pPr>
            <a:lvl4pPr marL="685800" indent="0">
              <a:lnSpc>
                <a:spcPct val="100000"/>
              </a:lnSpc>
              <a:buNone/>
              <a:defRPr sz="3600" b="0">
                <a:solidFill>
                  <a:schemeClr val="tx1"/>
                </a:solidFill>
              </a:defRPr>
            </a:lvl4pPr>
            <a:lvl5pPr marL="914400" indent="0">
              <a:lnSpc>
                <a:spcPct val="100000"/>
              </a:lnSpc>
              <a:buNone/>
              <a:defRPr sz="3200" b="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835714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1">
              <a:rPr lang="en-US" smtClean="0"/>
              <a:t>6/15/2026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63620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1">
              <a:rPr lang="en-US" smtClean="0"/>
              <a:t>6/15/2026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80045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83230"/>
            <a:ext cx="9830017" cy="877376"/>
          </a:xfrm>
        </p:spPr>
        <p:txBody>
          <a:bodyPr anchor="t">
            <a:normAutofit/>
          </a:bodyPr>
          <a:lstStyle>
            <a:lvl1pPr>
              <a:defRPr sz="5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9CF24436-170D-487D-ADBB-C24D74D1C150}" type="datetime1">
              <a:rPr lang="en-US" smtClean="0"/>
              <a:t>6/15/2026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4" name="Rectangle 3">
            <a:extLst>
              <a:ext uri="{FF2B5EF4-FFF2-40B4-BE49-F238E27FC236}">
                <a16:creationId xmlns:a16="http://schemas.microsoft.com/office/drawing/2014/main" id="{D69261CB-4EFB-BCD1-842F-3895D3F35D6A}"/>
              </a:ext>
            </a:extLst>
          </p:cNvPr>
          <p:cNvSpPr/>
          <p:nvPr/>
        </p:nvSpPr>
        <p:spPr>
          <a:xfrm rot="10800000">
            <a:off x="0" y="2221515"/>
            <a:ext cx="12192000" cy="1825033"/>
          </a:xfrm>
          <a:prstGeom prst="rect">
            <a:avLst/>
          </a:prstGeom>
          <a:gradFill>
            <a:gsLst>
              <a:gs pos="63000">
                <a:schemeClr val="bg2">
                  <a:alpha val="0"/>
                </a:schemeClr>
              </a:gs>
              <a:gs pos="100000">
                <a:schemeClr val="accent1"/>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11813EA-BFDF-185B-80F0-B1786A1A10E5}"/>
              </a:ext>
            </a:extLst>
          </p:cNvPr>
          <p:cNvSpPr/>
          <p:nvPr/>
        </p:nvSpPr>
        <p:spPr>
          <a:xfrm rot="16200000" flipH="1">
            <a:off x="7850483" y="-294964"/>
            <a:ext cx="1825034" cy="6858000"/>
          </a:xfrm>
          <a:prstGeom prst="rect">
            <a:avLst/>
          </a:prstGeom>
          <a:gradFill>
            <a:gsLst>
              <a:gs pos="56000">
                <a:schemeClr val="bg1">
                  <a:alpha val="0"/>
                </a:schemeClr>
              </a:gs>
              <a:gs pos="100000">
                <a:schemeClr val="accent3"/>
              </a:gs>
            </a:gsLst>
            <a:lin ang="9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241964" y="3429000"/>
            <a:ext cx="8226135" cy="2434712"/>
          </a:xfrm>
        </p:spPr>
        <p:txBody>
          <a:bodyPr vert="horz" lIns="91440" tIns="45720" rIns="91440" bIns="45720" rtlCol="0">
            <a:normAutofit/>
          </a:bodyPr>
          <a:lstStyle>
            <a:lvl1pPr marL="0" indent="0">
              <a:buNone/>
              <a:defRPr lang="en-US" sz="1600" dirty="0"/>
            </a:lvl1pPr>
            <a:lvl2pPr marL="228600" indent="0">
              <a:buNone/>
              <a:defRPr lang="en-US" sz="1200" dirty="0"/>
            </a:lvl2pPr>
            <a:lvl3pPr marL="457200" indent="0">
              <a:buNone/>
              <a:defRPr lang="en-US" sz="1100" dirty="0"/>
            </a:lvl3pPr>
            <a:lvl4pPr marL="685800" indent="0">
              <a:buNone/>
              <a:defRPr lang="en-US" sz="1050" dirty="0"/>
            </a:lvl4pPr>
            <a:lvl5pPr marL="914400" indent="0">
              <a:buNone/>
              <a:defRPr lang="en-US" sz="10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7836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1">
              <a:rPr lang="en-US" smtClean="0"/>
              <a:t>6/15/2026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93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1">
              <a:rPr lang="en-US" smtClean="0"/>
              <a:t>6/15/2026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userDrawn="1"/>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52855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1">
              <a:rPr lang="en-US" smtClean="0"/>
              <a:t>6/15/2026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354861876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1">
              <a:rPr lang="en-US" smtClean="0"/>
              <a:t>6/15/2026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2800088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301752" y="1124712"/>
            <a:ext cx="3543299" cy="1627415"/>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B5223AD-184F-4273-AC4F-854D3B259B85}" type="datetime1">
              <a:rPr lang="en-US" smtClean="0"/>
              <a:t>6/15/2026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21208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301752" y="2857605"/>
            <a:ext cx="3543299" cy="3534229"/>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12080" y="1124712"/>
            <a:ext cx="6309360" cy="5219700"/>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91C6F58E-0CCE-AAF7-6F0A-E0B0FFF62A10}"/>
              </a:ext>
            </a:extLst>
          </p:cNvPr>
          <p:cNvSpPr/>
          <p:nvPr/>
        </p:nvSpPr>
        <p:spPr>
          <a:xfrm>
            <a:off x="-3" y="5655733"/>
            <a:ext cx="12191999" cy="1202267"/>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5663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01752" y="1124712"/>
            <a:ext cx="3546235" cy="1533073"/>
          </a:xfrm>
        </p:spPr>
        <p:txBody>
          <a:bodyPr anchor="t">
            <a:normAutofit/>
          </a:bodyPr>
          <a:lstStyle>
            <a:lvl1pPr>
              <a:defRPr sz="3200"/>
            </a:lvl1pPr>
          </a:lstStyle>
          <a:p>
            <a:r>
              <a:rPr lang="en-US"/>
              <a:t>Click to edit Master title style</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907E4E07-E412-47A0-AB1E-CAAABECD1A31}" type="datetime1">
              <a:rPr lang="en-US" smtClean="0"/>
              <a:t>6/15/2026</a:t>
            </a:fld>
            <a:endParaRPr lang="en-US"/>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01752" y="2706914"/>
            <a:ext cx="3236976" cy="355386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212080" y="1009816"/>
            <a:ext cx="6979920" cy="5856573"/>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40871052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2CEDE-2AB4-4FB8-9551-E0AA4222B1A3}" type="datetime1">
              <a:rPr lang="en-US" smtClean="0"/>
              <a:pPr/>
              <a:t>6/15/2026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E0677F5-4A8A-4BF1-96BE-3BAE8FBAFE2E}"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9977978"/>
      </p:ext>
    </p:extLst>
  </p:cSld>
  <p:clrMap bg1="dk1" tx1="lt1" bg2="dk2" tx2="lt2" accent1="accent1" accent2="accent2" accent3="accent3" accent4="accent4" accent5="accent5" accent6="accent6" hlink="hlink" folHlink="folHlink"/>
  <p:sldLayoutIdLst>
    <p:sldLayoutId id="2147483814" r:id="rId1"/>
    <p:sldLayoutId id="2147483838"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5" r:id="rId11"/>
    <p:sldLayoutId id="2147483826" r:id="rId12"/>
    <p:sldLayoutId id="2147483827" r:id="rId13"/>
    <p:sldLayoutId id="2147483828" r:id="rId14"/>
    <p:sldLayoutId id="2147483829" r:id="rId15"/>
    <p:sldLayoutId id="2147483830" r:id="rId16"/>
    <p:sldLayoutId id="2147483832" r:id="rId17"/>
    <p:sldLayoutId id="2147483833" r:id="rId18"/>
    <p:sldLayoutId id="2147483835" r:id="rId19"/>
    <p:sldLayoutId id="2147483836" r:id="rId20"/>
    <p:sldLayoutId id="2147483837" r:id="rId21"/>
    <p:sldLayoutId id="2147483839" r:id="rId22"/>
    <p:sldLayoutId id="2147483840" r:id="rId23"/>
    <p:sldLayoutId id="2147483841" r:id="rId24"/>
    <p:sldLayoutId id="2147483842" r:id="rId25"/>
    <p:sldLayoutId id="2147483844" r:id="rId26"/>
    <p:sldLayoutId id="2147483845" r:id="rId27"/>
    <p:sldLayoutId id="2147483846" r:id="rId28"/>
    <p:sldLayoutId id="2147483847" r:id="rId29"/>
    <p:sldLayoutId id="2147483848" r:id="rId30"/>
    <p:sldLayoutId id="2147483849" r:id="rId31"/>
    <p:sldLayoutId id="2147483850" r:id="rId32"/>
    <p:sldLayoutId id="2147483851" r:id="rId33"/>
    <p:sldLayoutId id="2147483852" r:id="rId34"/>
    <p:sldLayoutId id="2147483855" r:id="rId35"/>
    <p:sldLayoutId id="2147483856" r:id="rId36"/>
    <p:sldLayoutId id="2147483857" r:id="rId37"/>
    <p:sldLayoutId id="2147483858" r:id="rId38"/>
    <p:sldLayoutId id="2147483859" r:id="rId39"/>
    <p:sldLayoutId id="2147483861" r:id="rId40"/>
    <p:sldLayoutId id="2147483862" r:id="rId41"/>
    <p:sldLayoutId id="2147483863" r:id="rId42"/>
    <p:sldLayoutId id="2147483864" r:id="rId43"/>
    <p:sldLayoutId id="2147483865" r:id="rId44"/>
    <p:sldLayoutId id="2147483866" r:id="rId45"/>
    <p:sldLayoutId id="2147483867" r:id="rId46"/>
    <p:sldLayoutId id="2147483868" r:id="rId47"/>
    <p:sldLayoutId id="2147483870" r:id="rId48"/>
    <p:sldLayoutId id="2147483871" r:id="rId49"/>
    <p:sldLayoutId id="2147483872" r:id="rId50"/>
    <p:sldLayoutId id="2147483873" r:id="rId51"/>
    <p:sldLayoutId id="2147483874" r:id="rId52"/>
    <p:sldLayoutId id="2147483875" r:id="rId53"/>
    <p:sldLayoutId id="2147483876" r:id="rId54"/>
    <p:sldLayoutId id="2147483877" r:id="rId55"/>
    <p:sldLayoutId id="2147483878" r:id="rId56"/>
    <p:sldLayoutId id="2147483879" r:id="rId57"/>
    <p:sldLayoutId id="2147483880" r:id="rId58"/>
    <p:sldLayoutId id="2147483881" r:id="rId59"/>
    <p:sldLayoutId id="2147483882" r:id="rId60"/>
  </p:sldLayoutIdLst>
  <p:hf hd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userDrawn="1">
          <p15:clr>
            <a:srgbClr val="F26B43"/>
          </p15:clr>
        </p15:guide>
        <p15:guide id="22" orient="horz" pos="2160" userDrawn="1">
          <p15:clr>
            <a:srgbClr val="F26B43"/>
          </p15:clr>
        </p15:guide>
        <p15:guide id="23" pos="4800" userDrawn="1">
          <p15:clr>
            <a:srgbClr val="F26B43"/>
          </p15:clr>
        </p15:guide>
        <p15:guide id="24" orient="horz" pos="480" userDrawn="1">
          <p15:clr>
            <a:srgbClr val="F26B43"/>
          </p15:clr>
        </p15:guide>
        <p15:guide id="25" orient="horz" pos="864" userDrawn="1">
          <p15:clr>
            <a:srgbClr val="F26B43"/>
          </p15:clr>
        </p15:guide>
        <p15:guide id="26" pos="7392" userDrawn="1">
          <p15:clr>
            <a:srgbClr val="F26B43"/>
          </p15:clr>
        </p15:guide>
        <p15:guide id="27" orient="horz" pos="3840" userDrawn="1">
          <p15:clr>
            <a:srgbClr val="F26B43"/>
          </p15:clr>
        </p15:guide>
        <p15:guide id="28" pos="240" userDrawn="1">
          <p15:clr>
            <a:srgbClr val="F26B43"/>
          </p15:clr>
        </p15:guide>
        <p15:guide id="29" pos="74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5.jpg"/><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github.com/fatemeh231/bitcoin-outlier-impact.git" TargetMode="Externa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3B79E83D-3861-04DB-55C4-E8A5AE9C806A}"/>
              </a:ext>
            </a:extLst>
          </p:cNvPr>
          <p:cNvSpPr>
            <a:spLocks noGrp="1"/>
          </p:cNvSpPr>
          <p:nvPr>
            <p:ph type="pic" sz="quarter" idx="13"/>
          </p:nvPr>
        </p:nvSpPr>
        <p:spPr>
          <a:xfrm>
            <a:off x="6788" y="-1"/>
            <a:ext cx="12192001" cy="6858000"/>
          </a:xfrm>
        </p:spPr>
        <p:txBody>
          <a:bodyPr/>
          <a:lstStyle/>
          <a:p>
            <a:endParaRPr lang="en-US" dirty="0"/>
          </a:p>
        </p:txBody>
      </p:sp>
      <p:sp>
        <p:nvSpPr>
          <p:cNvPr id="11" name="Title 10">
            <a:extLst>
              <a:ext uri="{FF2B5EF4-FFF2-40B4-BE49-F238E27FC236}">
                <a16:creationId xmlns:a16="http://schemas.microsoft.com/office/drawing/2014/main" id="{CF602C14-387E-56A4-EE7D-CD69FC70AB75}"/>
              </a:ext>
            </a:extLst>
          </p:cNvPr>
          <p:cNvSpPr>
            <a:spLocks noGrp="1"/>
          </p:cNvSpPr>
          <p:nvPr>
            <p:ph type="title"/>
          </p:nvPr>
        </p:nvSpPr>
        <p:spPr>
          <a:xfrm>
            <a:off x="0" y="-1"/>
            <a:ext cx="12185212" cy="6857999"/>
          </a:xfrm>
        </p:spPr>
        <p:txBody>
          <a:bodyPr>
            <a:normAutofit fontScale="90000"/>
          </a:bodyPr>
          <a:lstStyle/>
          <a:p>
            <a:pPr algn="ctr" rtl="1"/>
            <a:br>
              <a:rPr lang="en-IN" sz="3600" dirty="0"/>
            </a:br>
            <a:r>
              <a:rPr lang="en-IN" sz="4000" dirty="0" err="1"/>
              <a:t>حذف</a:t>
            </a:r>
            <a:r>
              <a:rPr lang="en-IN" sz="4000" dirty="0"/>
              <a:t> </a:t>
            </a:r>
            <a:r>
              <a:rPr lang="en-IN" sz="4000" dirty="0" err="1"/>
              <a:t>داده‌های</a:t>
            </a:r>
            <a:r>
              <a:rPr lang="en-IN" sz="4000" dirty="0"/>
              <a:t> </a:t>
            </a:r>
            <a:r>
              <a:rPr lang="en-IN" sz="4000" dirty="0" err="1"/>
              <a:t>پرت</a:t>
            </a:r>
            <a:r>
              <a:rPr lang="en-IN" sz="4000" dirty="0"/>
              <a:t> </a:t>
            </a:r>
            <a:r>
              <a:rPr lang="en-IN" sz="4000" dirty="0" err="1"/>
              <a:t>در</a:t>
            </a:r>
            <a:r>
              <a:rPr lang="en-IN" sz="4000" dirty="0"/>
              <a:t> </a:t>
            </a:r>
            <a:r>
              <a:rPr lang="en-IN" sz="4000" dirty="0" err="1"/>
              <a:t>مدل‌های</a:t>
            </a:r>
            <a:r>
              <a:rPr lang="en-IN" sz="4000" dirty="0"/>
              <a:t> </a:t>
            </a:r>
            <a:r>
              <a:rPr lang="en-IN" sz="4000" dirty="0" err="1"/>
              <a:t>پیش‌بینی</a:t>
            </a:r>
            <a:r>
              <a:rPr lang="en-IN" sz="4000" dirty="0"/>
              <a:t> </a:t>
            </a:r>
            <a:r>
              <a:rPr lang="en-IN" sz="4000" dirty="0" err="1"/>
              <a:t>سری‌های</a:t>
            </a:r>
            <a:r>
              <a:rPr lang="en-IN" sz="4000" dirty="0"/>
              <a:t> </a:t>
            </a:r>
            <a:r>
              <a:rPr lang="en-IN" sz="4000" dirty="0" err="1"/>
              <a:t>زمانی</a:t>
            </a:r>
            <a:r>
              <a:rPr lang="en-IN" sz="4000" dirty="0"/>
              <a:t> </a:t>
            </a:r>
            <a:r>
              <a:rPr lang="en-IN" sz="4000" dirty="0" err="1"/>
              <a:t>مالی</a:t>
            </a:r>
            <a:br>
              <a:rPr lang="fa-IR" sz="4000" dirty="0"/>
            </a:br>
            <a:br>
              <a:rPr lang="fa-IR" sz="4000" dirty="0"/>
            </a:br>
            <a:br>
              <a:rPr lang="en-IN" sz="4000" dirty="0"/>
            </a:br>
            <a:r>
              <a:rPr lang="en-IN" sz="3100" b="1" dirty="0" err="1"/>
              <a:t>نام</a:t>
            </a:r>
            <a:r>
              <a:rPr lang="en-IN" sz="3100" b="1" dirty="0"/>
              <a:t> </a:t>
            </a:r>
            <a:r>
              <a:rPr lang="en-IN" sz="3100" b="1" dirty="0" err="1"/>
              <a:t>دانشجو</a:t>
            </a:r>
            <a:r>
              <a:rPr lang="en-IN" sz="3100" b="1" dirty="0"/>
              <a:t>:</a:t>
            </a:r>
            <a:br>
              <a:rPr lang="en-IN" sz="3100" dirty="0"/>
            </a:br>
            <a:r>
              <a:rPr lang="en-IN" sz="3100" dirty="0" err="1"/>
              <a:t>سیده</a:t>
            </a:r>
            <a:r>
              <a:rPr lang="en-IN" sz="3100" dirty="0"/>
              <a:t> </a:t>
            </a:r>
            <a:r>
              <a:rPr lang="en-IN" sz="3100" dirty="0" err="1"/>
              <a:t>فاطمه</a:t>
            </a:r>
            <a:r>
              <a:rPr lang="en-IN" sz="3100" dirty="0"/>
              <a:t> </a:t>
            </a:r>
            <a:r>
              <a:rPr lang="en-IN" sz="3100" dirty="0" err="1"/>
              <a:t>حسینی</a:t>
            </a:r>
            <a:r>
              <a:rPr lang="en-IN" sz="3100" dirty="0"/>
              <a:t> </a:t>
            </a:r>
            <a:r>
              <a:rPr lang="en-IN" sz="3100" dirty="0" err="1"/>
              <a:t>نسب</a:t>
            </a:r>
            <a:br>
              <a:rPr lang="fa-IR" sz="3100" dirty="0"/>
            </a:br>
            <a:br>
              <a:rPr lang="en-IN" sz="3100" dirty="0"/>
            </a:br>
            <a:r>
              <a:rPr lang="en-IN" sz="3100" b="1" dirty="0" err="1"/>
              <a:t>نام</a:t>
            </a:r>
            <a:r>
              <a:rPr lang="en-IN" sz="3100" b="1" dirty="0"/>
              <a:t> </a:t>
            </a:r>
            <a:r>
              <a:rPr lang="en-IN" sz="3100" b="1" dirty="0" err="1"/>
              <a:t>استاد</a:t>
            </a:r>
            <a:r>
              <a:rPr lang="en-IN" sz="3100" b="1" dirty="0"/>
              <a:t>:</a:t>
            </a:r>
            <a:br>
              <a:rPr lang="en-IN" sz="3100" dirty="0"/>
            </a:br>
            <a:r>
              <a:rPr lang="en-IN" sz="3100" dirty="0" err="1"/>
              <a:t>استاد</a:t>
            </a:r>
            <a:r>
              <a:rPr lang="en-IN" sz="3100" dirty="0"/>
              <a:t> </a:t>
            </a:r>
            <a:r>
              <a:rPr lang="en-IN" sz="3100" dirty="0" err="1"/>
              <a:t>شایگان</a:t>
            </a:r>
            <a:r>
              <a:rPr lang="en-IN" sz="3100" dirty="0"/>
              <a:t> </a:t>
            </a:r>
            <a:r>
              <a:rPr lang="en-IN" sz="3100" dirty="0" err="1"/>
              <a:t>فرد</a:t>
            </a:r>
            <a:br>
              <a:rPr lang="fa-IR" sz="3100" dirty="0"/>
            </a:br>
            <a:br>
              <a:rPr lang="en-IN" sz="3100" dirty="0"/>
            </a:br>
            <a:r>
              <a:rPr lang="en-IN" sz="3100" b="1" dirty="0" err="1"/>
              <a:t>تاریخ</a:t>
            </a:r>
            <a:r>
              <a:rPr lang="en-IN" sz="3100" b="1" dirty="0"/>
              <a:t>:</a:t>
            </a:r>
            <a:br>
              <a:rPr lang="en-IN" sz="3100" dirty="0"/>
            </a:br>
            <a:r>
              <a:rPr lang="en-IN" sz="3100" dirty="0" err="1"/>
              <a:t>خرداد</a:t>
            </a:r>
            <a:r>
              <a:rPr lang="en-IN" sz="3100" dirty="0"/>
              <a:t> ۱۴۰۵</a:t>
            </a:r>
            <a:br>
              <a:rPr lang="fa-IR" sz="3100" dirty="0"/>
            </a:br>
            <a:br>
              <a:rPr lang="fa-IR" sz="3100" dirty="0"/>
            </a:br>
            <a:endParaRPr lang="en-IN" sz="3100" dirty="0"/>
          </a:p>
        </p:txBody>
      </p:sp>
      <p:sp>
        <p:nvSpPr>
          <p:cNvPr id="7" name="Slide Number Placeholder 6">
            <a:extLst>
              <a:ext uri="{FF2B5EF4-FFF2-40B4-BE49-F238E27FC236}">
                <a16:creationId xmlns:a16="http://schemas.microsoft.com/office/drawing/2014/main" id="{EB79E76C-BD5C-5C0A-4719-29DD86BA9210}"/>
              </a:ext>
            </a:extLst>
          </p:cNvPr>
          <p:cNvSpPr>
            <a:spLocks noGrp="1"/>
          </p:cNvSpPr>
          <p:nvPr>
            <p:ph type="sldNum" sz="quarter" idx="16"/>
          </p:nvPr>
        </p:nvSpPr>
        <p:spPr>
          <a:xfrm>
            <a:off x="10196423" y="5520906"/>
            <a:ext cx="1709375" cy="1096870"/>
          </a:xfrm>
        </p:spPr>
        <p:txBody>
          <a:bodyPr/>
          <a:lstStyle/>
          <a:p>
            <a:fld id="{5E0677F5-4A8A-4BF1-96BE-3BAE8FBAFE2E}" type="slidenum">
              <a:rPr lang="en-US" sz="1800" smtClean="0"/>
              <a:pPr/>
              <a:t>1</a:t>
            </a:fld>
            <a:r>
              <a:rPr lang="en-US" sz="1800" dirty="0"/>
              <a:t>/15</a:t>
            </a:r>
          </a:p>
        </p:txBody>
      </p:sp>
    </p:spTree>
    <p:extLst>
      <p:ext uri="{BB962C8B-B14F-4D97-AF65-F5344CB8AC3E}">
        <p14:creationId xmlns:p14="http://schemas.microsoft.com/office/powerpoint/2010/main" val="3623116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2E15A-2D2A-E2A5-90AA-74F8808B2C39}"/>
              </a:ext>
            </a:extLst>
          </p:cNvPr>
          <p:cNvSpPr>
            <a:spLocks noGrp="1"/>
          </p:cNvSpPr>
          <p:nvPr>
            <p:ph type="title"/>
          </p:nvPr>
        </p:nvSpPr>
        <p:spPr>
          <a:xfrm>
            <a:off x="274319" y="210115"/>
            <a:ext cx="11442399" cy="906462"/>
          </a:xfrm>
        </p:spPr>
        <p:txBody>
          <a:bodyPr>
            <a:normAutofit/>
          </a:bodyPr>
          <a:lstStyle/>
          <a:p>
            <a:pPr algn="r" rtl="1"/>
            <a:r>
              <a:rPr lang="en-IN" sz="3600" b="1" dirty="0" err="1"/>
              <a:t>فهرست</a:t>
            </a:r>
            <a:r>
              <a:rPr lang="en-IN" sz="3600" b="1" dirty="0"/>
              <a:t> </a:t>
            </a:r>
            <a:r>
              <a:rPr lang="en-IN" sz="3600" b="1" dirty="0" err="1"/>
              <a:t>مطالب</a:t>
            </a:r>
            <a:endParaRPr lang="en-IN" sz="3600" dirty="0"/>
          </a:p>
        </p:txBody>
      </p:sp>
      <p:sp>
        <p:nvSpPr>
          <p:cNvPr id="5" name="Slide Number Placeholder 4">
            <a:extLst>
              <a:ext uri="{FF2B5EF4-FFF2-40B4-BE49-F238E27FC236}">
                <a16:creationId xmlns:a16="http://schemas.microsoft.com/office/drawing/2014/main" id="{1A77042E-D6AA-C05C-2BCA-21F310FDA2E1}"/>
              </a:ext>
            </a:extLst>
          </p:cNvPr>
          <p:cNvSpPr>
            <a:spLocks noGrp="1"/>
          </p:cNvSpPr>
          <p:nvPr>
            <p:ph type="sldNum" sz="quarter" idx="12"/>
          </p:nvPr>
        </p:nvSpPr>
        <p:spPr>
          <a:xfrm>
            <a:off x="10644997" y="6090834"/>
            <a:ext cx="1260802" cy="767166"/>
          </a:xfrm>
        </p:spPr>
        <p:txBody>
          <a:bodyPr/>
          <a:lstStyle/>
          <a:p>
            <a:r>
              <a:rPr lang="fa-IR" sz="1800" dirty="0"/>
              <a:t>2/15</a:t>
            </a:r>
            <a:endParaRPr lang="en-US" sz="1800" dirty="0"/>
          </a:p>
        </p:txBody>
      </p:sp>
      <p:pic>
        <p:nvPicPr>
          <p:cNvPr id="8" name="Content Placeholder 7">
            <a:extLst>
              <a:ext uri="{FF2B5EF4-FFF2-40B4-BE49-F238E27FC236}">
                <a16:creationId xmlns:a16="http://schemas.microsoft.com/office/drawing/2014/main" id="{1A2A7AAA-9CD9-C950-C86A-A4B56C1F0259}"/>
              </a:ext>
            </a:extLst>
          </p:cNvPr>
          <p:cNvPicPr>
            <a:picLocks noGrp="1" noChangeAspect="1"/>
          </p:cNvPicPr>
          <p:nvPr>
            <p:ph sz="quarter" idx="4294967295"/>
          </p:nvPr>
        </p:nvPicPr>
        <p:blipFill>
          <a:blip r:embed="rId2">
            <a:extLst>
              <a:ext uri="{28A0092B-C50C-407E-A947-70E740481C1C}">
                <a14:useLocalDpi xmlns:a14="http://schemas.microsoft.com/office/drawing/2010/main" val="0"/>
              </a:ext>
            </a:extLst>
          </a:blip>
          <a:stretch>
            <a:fillRect/>
          </a:stretch>
        </p:blipFill>
        <p:spPr>
          <a:xfrm>
            <a:off x="0" y="5951538"/>
            <a:ext cx="906463" cy="906462"/>
          </a:xfrm>
          <a:prstGeom prst="rect">
            <a:avLst/>
          </a:prstGeom>
        </p:spPr>
      </p:pic>
      <p:sp>
        <p:nvSpPr>
          <p:cNvPr id="11" name="TextBox 10">
            <a:extLst>
              <a:ext uri="{FF2B5EF4-FFF2-40B4-BE49-F238E27FC236}">
                <a16:creationId xmlns:a16="http://schemas.microsoft.com/office/drawing/2014/main" id="{39D54889-7E85-54A1-1986-453D485CD4E5}"/>
              </a:ext>
            </a:extLst>
          </p:cNvPr>
          <p:cNvSpPr txBox="1"/>
          <p:nvPr/>
        </p:nvSpPr>
        <p:spPr>
          <a:xfrm>
            <a:off x="2909807" y="1463213"/>
            <a:ext cx="8390516" cy="5262979"/>
          </a:xfrm>
          <a:prstGeom prst="rect">
            <a:avLst/>
          </a:prstGeom>
          <a:noFill/>
        </p:spPr>
        <p:txBody>
          <a:bodyPr wrap="square">
            <a:spAutoFit/>
          </a:bodyPr>
          <a:lstStyle/>
          <a:p>
            <a:pPr algn="r" rtl="1">
              <a:buNone/>
            </a:pPr>
            <a:r>
              <a:rPr lang="fa-IR" sz="2800" dirty="0"/>
              <a:t>1</a:t>
            </a:r>
            <a:r>
              <a:rPr lang="en-IN" sz="2800" dirty="0"/>
              <a:t>. </a:t>
            </a:r>
            <a:r>
              <a:rPr lang="en-IN" sz="2800" dirty="0" err="1"/>
              <a:t>مقدمه</a:t>
            </a:r>
            <a:r>
              <a:rPr lang="en-IN" sz="2800" dirty="0"/>
              <a:t> و </a:t>
            </a:r>
            <a:r>
              <a:rPr lang="en-IN" sz="2800" dirty="0" err="1"/>
              <a:t>انگیزه</a:t>
            </a:r>
            <a:r>
              <a:rPr lang="en-IN" sz="2800" dirty="0"/>
              <a:t> </a:t>
            </a:r>
            <a:r>
              <a:rPr lang="en-IN" sz="2800" dirty="0" err="1"/>
              <a:t>پژوهش</a:t>
            </a:r>
            <a:br>
              <a:rPr lang="en-IN" sz="2800" dirty="0"/>
            </a:br>
            <a:r>
              <a:rPr lang="fa-IR" sz="2800" dirty="0"/>
              <a:t>2</a:t>
            </a:r>
            <a:r>
              <a:rPr lang="en-IN" sz="2800" dirty="0"/>
              <a:t>. </a:t>
            </a:r>
            <a:r>
              <a:rPr lang="en-IN" sz="2800" dirty="0" err="1"/>
              <a:t>داده</a:t>
            </a:r>
            <a:r>
              <a:rPr lang="en-IN" sz="2800" dirty="0"/>
              <a:t> </a:t>
            </a:r>
            <a:r>
              <a:rPr lang="en-IN" sz="2800" dirty="0" err="1"/>
              <a:t>پرت</a:t>
            </a:r>
            <a:r>
              <a:rPr lang="en-IN" sz="2800" dirty="0"/>
              <a:t> </a:t>
            </a:r>
            <a:r>
              <a:rPr lang="en-IN" sz="2800" dirty="0" err="1"/>
              <a:t>چیست</a:t>
            </a:r>
            <a:r>
              <a:rPr lang="en-IN" sz="2800" dirty="0"/>
              <a:t> و </a:t>
            </a:r>
            <a:r>
              <a:rPr lang="en-IN" sz="2800" dirty="0" err="1"/>
              <a:t>چرا</a:t>
            </a:r>
            <a:r>
              <a:rPr lang="en-IN" sz="2800" dirty="0"/>
              <a:t> </a:t>
            </a:r>
            <a:r>
              <a:rPr lang="en-IN" sz="2800" dirty="0" err="1"/>
              <a:t>مهم</a:t>
            </a:r>
            <a:r>
              <a:rPr lang="en-IN" sz="2800" dirty="0"/>
              <a:t> </a:t>
            </a:r>
            <a:r>
              <a:rPr lang="en-IN" sz="2800" dirty="0" err="1"/>
              <a:t>است</a:t>
            </a:r>
            <a:r>
              <a:rPr lang="en-IN" sz="2800" dirty="0"/>
              <a:t>؟</a:t>
            </a:r>
            <a:br>
              <a:rPr lang="en-IN" sz="2800" dirty="0"/>
            </a:br>
            <a:r>
              <a:rPr lang="fa-IR" sz="2800" dirty="0"/>
              <a:t>3</a:t>
            </a:r>
            <a:r>
              <a:rPr lang="en-IN" sz="2800" dirty="0"/>
              <a:t>. </a:t>
            </a:r>
            <a:r>
              <a:rPr lang="en-IN" sz="2800" dirty="0" err="1"/>
              <a:t>پرسش</a:t>
            </a:r>
            <a:r>
              <a:rPr lang="en-IN" sz="2800" dirty="0"/>
              <a:t> و </a:t>
            </a:r>
            <a:r>
              <a:rPr lang="en-IN" sz="2800" dirty="0" err="1"/>
              <a:t>فرضیه</a:t>
            </a:r>
            <a:r>
              <a:rPr lang="en-IN" sz="2800" dirty="0"/>
              <a:t> </a:t>
            </a:r>
            <a:r>
              <a:rPr lang="en-IN" sz="2800" dirty="0" err="1"/>
              <a:t>تحقیق</a:t>
            </a:r>
            <a:br>
              <a:rPr lang="en-IN" sz="2800" dirty="0"/>
            </a:br>
            <a:r>
              <a:rPr lang="fa-IR" sz="2800" dirty="0"/>
              <a:t>4</a:t>
            </a:r>
            <a:r>
              <a:rPr lang="en-IN" sz="2800" dirty="0"/>
              <a:t>. </a:t>
            </a:r>
            <a:r>
              <a:rPr lang="en-IN" sz="2800" dirty="0" err="1"/>
              <a:t>روش‌شناسی</a:t>
            </a:r>
            <a:r>
              <a:rPr lang="en-IN" sz="2800" dirty="0"/>
              <a:t>: </a:t>
            </a:r>
            <a:r>
              <a:rPr lang="en-IN" sz="2800" dirty="0" err="1"/>
              <a:t>جمع‌آوری</a:t>
            </a:r>
            <a:r>
              <a:rPr lang="en-IN" sz="2800" dirty="0"/>
              <a:t> </a:t>
            </a:r>
            <a:r>
              <a:rPr lang="en-IN" sz="2800" dirty="0" err="1"/>
              <a:t>داده</a:t>
            </a:r>
            <a:r>
              <a:rPr lang="en-IN" sz="2800" dirty="0"/>
              <a:t> و </a:t>
            </a:r>
            <a:r>
              <a:rPr lang="en-IN" sz="2800" dirty="0" err="1"/>
              <a:t>تشخیص</a:t>
            </a:r>
            <a:r>
              <a:rPr lang="en-IN" sz="2800" dirty="0"/>
              <a:t> </a:t>
            </a:r>
            <a:r>
              <a:rPr lang="en-IN" sz="2800" dirty="0" err="1"/>
              <a:t>ناهنجاری</a:t>
            </a:r>
            <a:br>
              <a:rPr lang="en-IN" sz="2800" dirty="0"/>
            </a:br>
            <a:r>
              <a:rPr lang="fa-IR" sz="2800" dirty="0"/>
              <a:t>5</a:t>
            </a:r>
            <a:r>
              <a:rPr lang="en-IN" sz="2800" dirty="0"/>
              <a:t>. </a:t>
            </a:r>
            <a:r>
              <a:rPr lang="en-IN" sz="2800" dirty="0" err="1"/>
              <a:t>مدل‌های</a:t>
            </a:r>
            <a:r>
              <a:rPr lang="en-IN" sz="2800" dirty="0"/>
              <a:t> </a:t>
            </a:r>
            <a:r>
              <a:rPr lang="en-IN" sz="2800" dirty="0" err="1"/>
              <a:t>پیش‌بینی</a:t>
            </a:r>
            <a:r>
              <a:rPr lang="en-IN" sz="2800" dirty="0"/>
              <a:t> </a:t>
            </a:r>
            <a:r>
              <a:rPr lang="en-IN" sz="2800" dirty="0" err="1"/>
              <a:t>استفاده‌شده</a:t>
            </a:r>
            <a:br>
              <a:rPr lang="en-IN" sz="2800" dirty="0"/>
            </a:br>
            <a:r>
              <a:rPr lang="fa-IR" sz="2800" dirty="0"/>
              <a:t>6</a:t>
            </a:r>
            <a:r>
              <a:rPr lang="en-IN" sz="2800" dirty="0"/>
              <a:t>. </a:t>
            </a:r>
            <a:r>
              <a:rPr lang="en-IN" sz="2800" dirty="0" err="1"/>
              <a:t>طراحی</a:t>
            </a:r>
            <a:r>
              <a:rPr lang="en-IN" sz="2800" dirty="0"/>
              <a:t> </a:t>
            </a:r>
            <a:r>
              <a:rPr lang="en-IN" sz="2800" dirty="0" err="1"/>
              <a:t>آزمایش</a:t>
            </a:r>
            <a:r>
              <a:rPr lang="en-IN" sz="2800" dirty="0"/>
              <a:t> )</a:t>
            </a:r>
            <a:r>
              <a:rPr lang="en-IN" sz="2800" dirty="0" err="1"/>
              <a:t>داده</a:t>
            </a:r>
            <a:r>
              <a:rPr lang="en-IN" sz="2800" dirty="0"/>
              <a:t> </a:t>
            </a:r>
            <a:r>
              <a:rPr lang="en-IN" sz="2800" dirty="0" err="1"/>
              <a:t>کثیف</a:t>
            </a:r>
            <a:r>
              <a:rPr lang="en-IN" sz="2800" dirty="0"/>
              <a:t> </a:t>
            </a:r>
            <a:r>
              <a:rPr lang="en-IN" sz="2800" dirty="0" err="1"/>
              <a:t>در</a:t>
            </a:r>
            <a:r>
              <a:rPr lang="en-IN" sz="2800" dirty="0"/>
              <a:t> </a:t>
            </a:r>
            <a:r>
              <a:rPr lang="en-IN" sz="2800" dirty="0" err="1"/>
              <a:t>برابر</a:t>
            </a:r>
            <a:r>
              <a:rPr lang="en-IN" sz="2800" dirty="0"/>
              <a:t> </a:t>
            </a:r>
            <a:r>
              <a:rPr lang="en-IN" sz="2800" dirty="0" err="1"/>
              <a:t>داده</a:t>
            </a:r>
            <a:r>
              <a:rPr lang="en-IN" sz="2800" dirty="0"/>
              <a:t> </a:t>
            </a:r>
            <a:r>
              <a:rPr lang="en-IN" sz="2800" dirty="0" err="1"/>
              <a:t>تمیز</a:t>
            </a:r>
            <a:r>
              <a:rPr lang="en-IN" sz="2800"/>
              <a:t>(</a:t>
            </a:r>
            <a:br>
              <a:rPr lang="en-IN" sz="2800" dirty="0"/>
            </a:br>
            <a:r>
              <a:rPr lang="fa-IR" sz="2800" dirty="0"/>
              <a:t>7</a:t>
            </a:r>
            <a:r>
              <a:rPr lang="en-IN" sz="2800" dirty="0"/>
              <a:t>. </a:t>
            </a:r>
            <a:r>
              <a:rPr lang="en-IN" sz="2800" dirty="0" err="1"/>
              <a:t>نتایج</a:t>
            </a:r>
            <a:r>
              <a:rPr lang="en-IN" sz="2800" dirty="0"/>
              <a:t>: </a:t>
            </a:r>
            <a:r>
              <a:rPr lang="en-IN" sz="2800" dirty="0" err="1"/>
              <a:t>مقایسه</a:t>
            </a:r>
            <a:r>
              <a:rPr lang="en-IN" sz="2800" dirty="0"/>
              <a:t> </a:t>
            </a:r>
            <a:r>
              <a:rPr lang="en-IN" sz="2800" dirty="0" err="1"/>
              <a:t>خطای</a:t>
            </a:r>
            <a:r>
              <a:rPr lang="en-IN" sz="2800" dirty="0"/>
              <a:t> </a:t>
            </a:r>
            <a:r>
              <a:rPr lang="en-IN" sz="2800" dirty="0" err="1"/>
              <a:t>مدل‌ها</a:t>
            </a:r>
            <a:br>
              <a:rPr lang="en-IN" sz="2800" dirty="0"/>
            </a:br>
            <a:r>
              <a:rPr lang="fa-IR" sz="2800" dirty="0"/>
              <a:t>8</a:t>
            </a:r>
            <a:r>
              <a:rPr lang="en-IN" sz="2800" dirty="0"/>
              <a:t>. </a:t>
            </a:r>
            <a:r>
              <a:rPr lang="en-IN" sz="2800" dirty="0" err="1"/>
              <a:t>تحلیل</a:t>
            </a:r>
            <a:r>
              <a:rPr lang="en-IN" sz="2800" dirty="0"/>
              <a:t> و </a:t>
            </a:r>
            <a:r>
              <a:rPr lang="en-IN" sz="2800" dirty="0" err="1"/>
              <a:t>تفسیر</a:t>
            </a:r>
            <a:br>
              <a:rPr lang="en-IN" sz="2800" dirty="0"/>
            </a:br>
            <a:r>
              <a:rPr lang="fa-IR" sz="2800" dirty="0"/>
              <a:t>9</a:t>
            </a:r>
            <a:r>
              <a:rPr lang="en-IN" sz="2800" dirty="0"/>
              <a:t>. </a:t>
            </a:r>
            <a:r>
              <a:rPr lang="en-IN" sz="2800" dirty="0" err="1"/>
              <a:t>جمع‌بندی</a:t>
            </a:r>
            <a:r>
              <a:rPr lang="en-IN" sz="2800" dirty="0"/>
              <a:t> و </a:t>
            </a:r>
            <a:r>
              <a:rPr lang="en-IN" sz="2800" dirty="0" err="1"/>
              <a:t>مسیر</a:t>
            </a:r>
            <a:r>
              <a:rPr lang="en-IN" sz="2800" dirty="0"/>
              <a:t> </a:t>
            </a:r>
            <a:r>
              <a:rPr lang="en-IN" sz="2800" dirty="0" err="1"/>
              <a:t>آینده</a:t>
            </a:r>
            <a:br>
              <a:rPr lang="en-IN" sz="2800" dirty="0"/>
            </a:br>
            <a:r>
              <a:rPr lang="fa-IR" sz="2800" dirty="0"/>
              <a:t>10</a:t>
            </a:r>
            <a:r>
              <a:rPr lang="en-IN" sz="2800" dirty="0"/>
              <a:t>. </a:t>
            </a:r>
            <a:r>
              <a:rPr lang="en-IN" sz="2800" dirty="0" err="1"/>
              <a:t>منابع</a:t>
            </a:r>
            <a:endParaRPr lang="en-IN" sz="2800" dirty="0"/>
          </a:p>
          <a:p>
            <a:pPr>
              <a:buNone/>
            </a:pPr>
            <a:br>
              <a:rPr lang="en-IN" sz="2800" dirty="0"/>
            </a:br>
            <a:endParaRPr lang="en-IN" sz="2800" dirty="0"/>
          </a:p>
        </p:txBody>
      </p:sp>
    </p:spTree>
    <p:extLst>
      <p:ext uri="{BB962C8B-B14F-4D97-AF65-F5344CB8AC3E}">
        <p14:creationId xmlns:p14="http://schemas.microsoft.com/office/powerpoint/2010/main" val="70436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6BDA1-8171-376A-DF8B-E03816B22DED}"/>
              </a:ext>
            </a:extLst>
          </p:cNvPr>
          <p:cNvSpPr>
            <a:spLocks noGrp="1"/>
          </p:cNvSpPr>
          <p:nvPr>
            <p:ph type="title"/>
          </p:nvPr>
        </p:nvSpPr>
        <p:spPr>
          <a:xfrm>
            <a:off x="274319" y="78882"/>
            <a:ext cx="11783361" cy="6926352"/>
          </a:xfrm>
        </p:spPr>
        <p:txBody>
          <a:bodyPr>
            <a:normAutofit fontScale="90000"/>
          </a:bodyPr>
          <a:lstStyle/>
          <a:p>
            <a:pPr algn="r" rtl="1"/>
            <a:br>
              <a:rPr lang="en-IN" dirty="0"/>
            </a:br>
            <a:r>
              <a:rPr lang="en-IN" sz="2700" dirty="0" err="1"/>
              <a:t>مشکل</a:t>
            </a:r>
            <a:r>
              <a:rPr lang="en-IN" sz="2700" dirty="0"/>
              <a:t> </a:t>
            </a:r>
            <a:r>
              <a:rPr lang="en-IN" sz="2700" dirty="0" err="1"/>
              <a:t>از</a:t>
            </a:r>
            <a:r>
              <a:rPr lang="en-IN" sz="2700" dirty="0"/>
              <a:t> </a:t>
            </a:r>
            <a:r>
              <a:rPr lang="en-IN" sz="2700" dirty="0" err="1"/>
              <a:t>مدل</a:t>
            </a:r>
            <a:r>
              <a:rPr lang="en-IN" sz="2700" dirty="0"/>
              <a:t> </a:t>
            </a:r>
            <a:r>
              <a:rPr lang="en-IN" sz="2700" dirty="0" err="1"/>
              <a:t>ما</a:t>
            </a:r>
            <a:r>
              <a:rPr lang="en-IN" sz="2700" dirty="0"/>
              <a:t> </a:t>
            </a:r>
            <a:r>
              <a:rPr lang="en-IN" sz="2700" dirty="0" err="1"/>
              <a:t>نیست</a:t>
            </a:r>
            <a:r>
              <a:rPr lang="fa-IR" sz="2700" dirty="0"/>
              <a:t>.</a:t>
            </a:r>
            <a:r>
              <a:rPr lang="en-IN" sz="2700" dirty="0"/>
              <a:t> </a:t>
            </a:r>
            <a:r>
              <a:rPr lang="en-IN" sz="2700" dirty="0" err="1"/>
              <a:t>مشکل</a:t>
            </a:r>
            <a:r>
              <a:rPr lang="en-IN" sz="2700" dirty="0"/>
              <a:t> </a:t>
            </a:r>
            <a:r>
              <a:rPr lang="en-IN" sz="2700" dirty="0" err="1"/>
              <a:t>از</a:t>
            </a:r>
            <a:r>
              <a:rPr lang="en-IN" sz="2700" dirty="0"/>
              <a:t> </a:t>
            </a:r>
            <a:r>
              <a:rPr lang="en-IN" sz="2700" dirty="0" err="1"/>
              <a:t>داده‌های</a:t>
            </a:r>
            <a:r>
              <a:rPr lang="en-IN" sz="2700" dirty="0"/>
              <a:t> </a:t>
            </a:r>
            <a:r>
              <a:rPr lang="en-IN" sz="2700" dirty="0" err="1"/>
              <a:t>ماست</a:t>
            </a:r>
            <a:r>
              <a:rPr lang="fa-IR" sz="2700" dirty="0"/>
              <a:t>.</a:t>
            </a:r>
            <a:br>
              <a:rPr lang="fa-IR" sz="2700" dirty="0"/>
            </a:br>
            <a:br>
              <a:rPr lang="en-IN" sz="2700" dirty="0"/>
            </a:br>
            <a:r>
              <a:rPr lang="fa-IR" sz="2700" dirty="0"/>
              <a:t>1)</a:t>
            </a:r>
            <a:r>
              <a:rPr lang="en-IN" sz="2700" dirty="0" err="1"/>
              <a:t>همه</a:t>
            </a:r>
            <a:r>
              <a:rPr lang="en-IN" sz="2700" dirty="0"/>
              <a:t> </a:t>
            </a:r>
            <a:r>
              <a:rPr lang="en-IN" sz="2700" dirty="0" err="1"/>
              <a:t>ما</a:t>
            </a:r>
            <a:r>
              <a:rPr lang="en-IN" sz="2700" dirty="0"/>
              <a:t> </a:t>
            </a:r>
            <a:r>
              <a:rPr lang="en-IN" sz="2700" dirty="0" err="1"/>
              <a:t>در</a:t>
            </a:r>
            <a:r>
              <a:rPr lang="en-IN" sz="2700" dirty="0"/>
              <a:t> </a:t>
            </a:r>
            <a:r>
              <a:rPr lang="en-IN" sz="2700" dirty="0" err="1"/>
              <a:t>بازارهای</a:t>
            </a:r>
            <a:r>
              <a:rPr lang="en-IN" sz="2700" dirty="0"/>
              <a:t> </a:t>
            </a:r>
            <a:r>
              <a:rPr lang="en-IN" sz="2700" dirty="0" err="1"/>
              <a:t>مالی</a:t>
            </a:r>
            <a:r>
              <a:rPr lang="en-IN" sz="2700" dirty="0"/>
              <a:t> </a:t>
            </a:r>
            <a:r>
              <a:rPr lang="en-IN" sz="2700" dirty="0" err="1"/>
              <a:t>به</a:t>
            </a:r>
            <a:r>
              <a:rPr lang="en-IN" sz="2700" dirty="0"/>
              <a:t> </a:t>
            </a:r>
            <a:r>
              <a:rPr lang="en-IN" sz="2700" dirty="0" err="1"/>
              <a:t>دنبال</a:t>
            </a:r>
            <a:r>
              <a:rPr lang="en-IN" sz="2700" dirty="0"/>
              <a:t> </a:t>
            </a:r>
            <a:r>
              <a:rPr lang="en-IN" sz="2700" dirty="0" err="1"/>
              <a:t>پیش‌بینی</a:t>
            </a:r>
            <a:r>
              <a:rPr lang="en-IN" sz="2700" dirty="0"/>
              <a:t> </a:t>
            </a:r>
            <a:r>
              <a:rPr lang="en-IN" sz="2700" dirty="0" err="1"/>
              <a:t>آینده</a:t>
            </a:r>
            <a:r>
              <a:rPr lang="en-IN" sz="2700" dirty="0"/>
              <a:t> </a:t>
            </a:r>
            <a:r>
              <a:rPr lang="en-IN" sz="2700" dirty="0" err="1"/>
              <a:t>هستیم</a:t>
            </a:r>
            <a:r>
              <a:rPr lang="fa-IR" sz="2700" dirty="0"/>
              <a:t>.</a:t>
            </a:r>
            <a:br>
              <a:rPr lang="fa-IR" sz="2700" dirty="0"/>
            </a:br>
            <a:br>
              <a:rPr lang="en-IN" sz="2700" dirty="0"/>
            </a:br>
            <a:r>
              <a:rPr lang="fa-IR" sz="2700" dirty="0"/>
              <a:t>2)</a:t>
            </a:r>
            <a:r>
              <a:rPr lang="en-IN" sz="2700" dirty="0" err="1"/>
              <a:t>هرگاه</a:t>
            </a:r>
            <a:r>
              <a:rPr lang="en-IN" sz="2700" dirty="0"/>
              <a:t> </a:t>
            </a:r>
            <a:r>
              <a:rPr lang="en-IN" sz="2700" dirty="0" err="1"/>
              <a:t>پیش‌بینی</a:t>
            </a:r>
            <a:r>
              <a:rPr lang="en-IN" sz="2700" dirty="0"/>
              <a:t> </a:t>
            </a:r>
            <a:r>
              <a:rPr lang="en-IN" sz="2700" dirty="0" err="1"/>
              <a:t>اشتباه</a:t>
            </a:r>
            <a:r>
              <a:rPr lang="en-IN" sz="2700" dirty="0"/>
              <a:t> </a:t>
            </a:r>
            <a:r>
              <a:rPr lang="en-IN" sz="2700" dirty="0" err="1"/>
              <a:t>می‌شود</a:t>
            </a:r>
            <a:r>
              <a:rPr lang="en-IN" sz="2700" dirty="0"/>
              <a:t>، </a:t>
            </a:r>
            <a:r>
              <a:rPr lang="en-IN" sz="2700" dirty="0" err="1"/>
              <a:t>اولین</a:t>
            </a:r>
            <a:r>
              <a:rPr lang="en-IN" sz="2700" dirty="0"/>
              <a:t> </a:t>
            </a:r>
            <a:r>
              <a:rPr lang="en-IN" sz="2700" dirty="0" err="1"/>
              <a:t>واکنش</a:t>
            </a:r>
            <a:r>
              <a:rPr lang="fa-IR" sz="2700" dirty="0"/>
              <a:t>(</a:t>
            </a:r>
            <a:r>
              <a:rPr lang="en-IN" sz="2700" dirty="0" err="1"/>
              <a:t>مدل</a:t>
            </a:r>
            <a:r>
              <a:rPr lang="en-IN" sz="2700" dirty="0"/>
              <a:t> </a:t>
            </a:r>
            <a:r>
              <a:rPr lang="en-IN" sz="2700" dirty="0" err="1"/>
              <a:t>قوی‌تری</a:t>
            </a:r>
            <a:r>
              <a:rPr lang="en-IN" sz="2700" dirty="0"/>
              <a:t> </a:t>
            </a:r>
            <a:r>
              <a:rPr lang="en-IN" sz="2700" dirty="0" err="1"/>
              <a:t>می‌خواه</a:t>
            </a:r>
            <a:r>
              <a:rPr lang="fa-IR" sz="2700" dirty="0"/>
              <a:t>م !)</a:t>
            </a:r>
            <a:br>
              <a:rPr lang="fa-IR" sz="2700" dirty="0"/>
            </a:br>
            <a:br>
              <a:rPr lang="fa-IR" sz="2700" dirty="0"/>
            </a:br>
            <a:br>
              <a:rPr lang="en-CA" sz="2700" dirty="0"/>
            </a:br>
            <a:br>
              <a:rPr lang="en-CA" sz="2700" dirty="0"/>
            </a:br>
            <a:br>
              <a:rPr lang="en-CA" sz="2700" dirty="0"/>
            </a:br>
            <a:br>
              <a:rPr lang="en-CA" sz="2700" dirty="0"/>
            </a:br>
            <a:br>
              <a:rPr lang="en-CA" sz="2700" dirty="0"/>
            </a:br>
            <a:br>
              <a:rPr lang="fa-IR" sz="2700" dirty="0"/>
            </a:br>
            <a:br>
              <a:rPr lang="fa-IR" sz="2700" dirty="0"/>
            </a:br>
            <a:br>
              <a:rPr lang="fa-IR" sz="2700" dirty="0"/>
            </a:br>
            <a:br>
              <a:rPr lang="en-IN" sz="2700" dirty="0"/>
            </a:br>
            <a:br>
              <a:rPr lang="fa-IR" sz="2700" dirty="0"/>
            </a:br>
            <a:br>
              <a:rPr lang="fa-IR" sz="2700" dirty="0"/>
            </a:br>
            <a:br>
              <a:rPr lang="fa-IR" sz="2700" dirty="0"/>
            </a:br>
            <a:r>
              <a:rPr lang="en-IN" sz="2700" dirty="0" err="1"/>
              <a:t>این</a:t>
            </a:r>
            <a:r>
              <a:rPr lang="en-IN" sz="2700" dirty="0"/>
              <a:t> </a:t>
            </a:r>
            <a:r>
              <a:rPr lang="en-IN" sz="2700" dirty="0" err="1"/>
              <a:t>پژوهش</a:t>
            </a:r>
            <a:r>
              <a:rPr lang="en-IN" sz="2700" dirty="0"/>
              <a:t> </a:t>
            </a:r>
            <a:r>
              <a:rPr lang="en-IN" sz="2700" dirty="0" err="1"/>
              <a:t>نشان</a:t>
            </a:r>
            <a:r>
              <a:rPr lang="en-IN" sz="2700" dirty="0"/>
              <a:t> </a:t>
            </a:r>
            <a:r>
              <a:rPr lang="en-IN" sz="2700" dirty="0" err="1"/>
              <a:t>می‌دهد</a:t>
            </a:r>
            <a:r>
              <a:rPr lang="en-IN" sz="2700" dirty="0"/>
              <a:t> </a:t>
            </a:r>
            <a:r>
              <a:rPr lang="en-IN" sz="2700" dirty="0" err="1"/>
              <a:t>که</a:t>
            </a:r>
            <a:r>
              <a:rPr lang="en-IN" sz="2700" dirty="0"/>
              <a:t> </a:t>
            </a:r>
            <a:r>
              <a:rPr lang="en-IN" sz="2700" dirty="0" err="1"/>
              <a:t>گاهی</a:t>
            </a:r>
            <a:r>
              <a:rPr lang="en-IN" sz="2700" dirty="0"/>
              <a:t> </a:t>
            </a:r>
            <a:r>
              <a:rPr lang="en-IN" sz="2700" dirty="0" err="1"/>
              <a:t>یک</a:t>
            </a:r>
            <a:r>
              <a:rPr lang="en-IN" sz="2700" dirty="0"/>
              <a:t> </a:t>
            </a:r>
            <a:r>
              <a:rPr lang="en-IN" sz="2700" dirty="0" err="1"/>
              <a:t>پاک‌سازی</a:t>
            </a:r>
            <a:r>
              <a:rPr lang="en-IN" sz="2700" dirty="0"/>
              <a:t> </a:t>
            </a:r>
            <a:r>
              <a:rPr lang="en-IN" sz="2700" dirty="0" err="1"/>
              <a:t>ساده</a:t>
            </a:r>
            <a:r>
              <a:rPr lang="en-IN" sz="2700" dirty="0"/>
              <a:t>، </a:t>
            </a:r>
            <a:r>
              <a:rPr lang="en-IN" sz="2700" dirty="0" err="1"/>
              <a:t>بهتر</a:t>
            </a:r>
            <a:r>
              <a:rPr lang="en-IN" sz="2700" dirty="0"/>
              <a:t> </a:t>
            </a:r>
            <a:r>
              <a:rPr lang="en-IN" sz="2700" dirty="0" err="1"/>
              <a:t>از</a:t>
            </a:r>
            <a:r>
              <a:rPr lang="en-IN" sz="2700" dirty="0"/>
              <a:t> </a:t>
            </a:r>
            <a:r>
              <a:rPr lang="en-IN" sz="2700" dirty="0" err="1"/>
              <a:t>پیچیده‌ترین</a:t>
            </a:r>
            <a:r>
              <a:rPr lang="en-IN" sz="2700" dirty="0"/>
              <a:t> </a:t>
            </a:r>
            <a:r>
              <a:rPr lang="en-IN" sz="2700" dirty="0" err="1"/>
              <a:t>مدل‌ها</a:t>
            </a:r>
            <a:r>
              <a:rPr lang="en-IN" sz="2700" dirty="0"/>
              <a:t> </a:t>
            </a:r>
            <a:r>
              <a:rPr lang="en-IN" sz="2700" dirty="0" err="1"/>
              <a:t>عمل</a:t>
            </a:r>
            <a:r>
              <a:rPr lang="en-IN" sz="2700" dirty="0"/>
              <a:t> </a:t>
            </a:r>
            <a:r>
              <a:rPr lang="en-IN" sz="2700" dirty="0" err="1"/>
              <a:t>می‌کند</a:t>
            </a:r>
            <a:r>
              <a:rPr lang="en-IN" sz="2700" dirty="0"/>
              <a:t>.</a:t>
            </a:r>
            <a:br>
              <a:rPr lang="en-IN" sz="3200" dirty="0"/>
            </a:br>
            <a:br>
              <a:rPr lang="fa-IR" sz="3200" dirty="0"/>
            </a:br>
            <a:endParaRPr lang="en-IN" sz="3200" dirty="0"/>
          </a:p>
        </p:txBody>
      </p:sp>
      <p:sp>
        <p:nvSpPr>
          <p:cNvPr id="7" name="TextBox 6">
            <a:extLst>
              <a:ext uri="{FF2B5EF4-FFF2-40B4-BE49-F238E27FC236}">
                <a16:creationId xmlns:a16="http://schemas.microsoft.com/office/drawing/2014/main" id="{F834C440-9602-B113-F5CF-70D2AC485A20}"/>
              </a:ext>
            </a:extLst>
          </p:cNvPr>
          <p:cNvSpPr txBox="1"/>
          <p:nvPr/>
        </p:nvSpPr>
        <p:spPr>
          <a:xfrm flipH="1">
            <a:off x="11240388" y="6409787"/>
            <a:ext cx="1397948" cy="369332"/>
          </a:xfrm>
          <a:prstGeom prst="rect">
            <a:avLst/>
          </a:prstGeom>
          <a:noFill/>
        </p:spPr>
        <p:txBody>
          <a:bodyPr wrap="square">
            <a:spAutoFit/>
          </a:bodyPr>
          <a:lstStyle/>
          <a:p>
            <a:r>
              <a:rPr lang="fa-IR" sz="1800" dirty="0"/>
              <a:t>3/15</a:t>
            </a:r>
            <a:endParaRPr lang="en-IN" dirty="0"/>
          </a:p>
        </p:txBody>
      </p:sp>
      <p:pic>
        <p:nvPicPr>
          <p:cNvPr id="9" name="Picture 8">
            <a:extLst>
              <a:ext uri="{FF2B5EF4-FFF2-40B4-BE49-F238E27FC236}">
                <a16:creationId xmlns:a16="http://schemas.microsoft.com/office/drawing/2014/main" id="{A6165187-E125-0E92-7A6B-249C83BB4E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pic>
        <p:nvPicPr>
          <p:cNvPr id="11" name="Picture 10">
            <a:extLst>
              <a:ext uri="{FF2B5EF4-FFF2-40B4-BE49-F238E27FC236}">
                <a16:creationId xmlns:a16="http://schemas.microsoft.com/office/drawing/2014/main" id="{50859362-216F-524B-1C51-F56143C828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321" y="2084790"/>
            <a:ext cx="5646546" cy="3231218"/>
          </a:xfrm>
          <a:prstGeom prst="rect">
            <a:avLst/>
          </a:prstGeom>
        </p:spPr>
      </p:pic>
      <p:pic>
        <p:nvPicPr>
          <p:cNvPr id="16" name="Picture 15">
            <a:extLst>
              <a:ext uri="{FF2B5EF4-FFF2-40B4-BE49-F238E27FC236}">
                <a16:creationId xmlns:a16="http://schemas.microsoft.com/office/drawing/2014/main" id="{8F319B46-74BC-39DB-7ED4-F593A200EA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0868" y="2084789"/>
            <a:ext cx="6276811" cy="3231219"/>
          </a:xfrm>
          <a:prstGeom prst="rect">
            <a:avLst/>
          </a:prstGeom>
        </p:spPr>
      </p:pic>
    </p:spTree>
    <p:extLst>
      <p:ext uri="{BB962C8B-B14F-4D97-AF65-F5344CB8AC3E}">
        <p14:creationId xmlns:p14="http://schemas.microsoft.com/office/powerpoint/2010/main" val="3180380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5ED84-8A84-22B4-1E2C-8BAE58A92D18}"/>
              </a:ext>
            </a:extLst>
          </p:cNvPr>
          <p:cNvSpPr>
            <a:spLocks noGrp="1"/>
          </p:cNvSpPr>
          <p:nvPr>
            <p:ph type="title"/>
          </p:nvPr>
        </p:nvSpPr>
        <p:spPr>
          <a:xfrm>
            <a:off x="274320" y="210114"/>
            <a:ext cx="11085938" cy="6384339"/>
          </a:xfrm>
        </p:spPr>
        <p:txBody>
          <a:bodyPr>
            <a:normAutofit/>
          </a:bodyPr>
          <a:lstStyle/>
          <a:p>
            <a:pPr algn="r" rtl="1"/>
            <a:r>
              <a:rPr lang="en-IN" sz="3600" b="1" dirty="0" err="1"/>
              <a:t>داده</a:t>
            </a:r>
            <a:r>
              <a:rPr lang="en-IN" sz="3600" b="1" dirty="0"/>
              <a:t> </a:t>
            </a:r>
            <a:r>
              <a:rPr lang="en-IN" sz="3600" b="1" dirty="0" err="1"/>
              <a:t>پرت</a:t>
            </a:r>
            <a:r>
              <a:rPr lang="fa-IR" sz="3600" b="1" dirty="0"/>
              <a:t>،یادگیری ماشین ، سری زمانی</a:t>
            </a:r>
            <a:r>
              <a:rPr lang="en-IN" sz="3600" b="1" dirty="0"/>
              <a:t> </a:t>
            </a:r>
            <a:r>
              <a:rPr lang="en-IN" sz="3600" b="1" dirty="0" err="1"/>
              <a:t>چیست</a:t>
            </a:r>
            <a:r>
              <a:rPr lang="en-IN" sz="3600" b="1" dirty="0"/>
              <a:t>؟</a:t>
            </a:r>
            <a:br>
              <a:rPr lang="fa-IR" sz="2800" b="1" dirty="0"/>
            </a:br>
            <a:br>
              <a:rPr lang="fa-IR" sz="2800" b="1" dirty="0"/>
            </a:br>
            <a:br>
              <a:rPr lang="fa-IR" sz="2800" b="1" dirty="0"/>
            </a:br>
            <a:br>
              <a:rPr lang="fa-IR" sz="2800" b="1" dirty="0"/>
            </a:br>
            <a:r>
              <a:rPr lang="fa-IR" sz="2800" b="1" dirty="0"/>
              <a:t>یادگیری ماشین:</a:t>
            </a:r>
            <a:br>
              <a:rPr lang="fa-IR" sz="2800" b="1" dirty="0"/>
            </a:br>
            <a:br>
              <a:rPr lang="fa-IR" sz="2800" b="1" dirty="0"/>
            </a:br>
            <a:br>
              <a:rPr lang="fa-IR" sz="2800" b="1" dirty="0"/>
            </a:br>
            <a:br>
              <a:rPr lang="fa-IR" sz="2800" b="1" dirty="0"/>
            </a:br>
            <a:br>
              <a:rPr lang="fa-IR" sz="2800" b="1" dirty="0"/>
            </a:br>
            <a:r>
              <a:rPr lang="fa-IR" sz="2800" b="1" dirty="0"/>
              <a:t>سری زمانی:</a:t>
            </a:r>
            <a:br>
              <a:rPr lang="fa-IR" sz="2800" b="1" dirty="0"/>
            </a:br>
            <a:br>
              <a:rPr lang="fa-IR" sz="2800" b="1" dirty="0"/>
            </a:br>
            <a:br>
              <a:rPr lang="fa-IR" sz="2800" b="1" dirty="0"/>
            </a:br>
            <a:br>
              <a:rPr lang="fa-IR" sz="2800" b="1" dirty="0"/>
            </a:br>
            <a:br>
              <a:rPr lang="fa-IR" sz="2800" b="1" dirty="0"/>
            </a:br>
            <a:br>
              <a:rPr lang="fa-IR" sz="2800" b="1" dirty="0"/>
            </a:br>
            <a:r>
              <a:rPr lang="fa-IR" sz="2800" b="1" dirty="0"/>
              <a:t>داده پرت:</a:t>
            </a:r>
            <a:br>
              <a:rPr lang="en-IN" sz="2800" b="1" dirty="0"/>
            </a:br>
            <a:endParaRPr lang="en-IN" sz="2800" dirty="0"/>
          </a:p>
        </p:txBody>
      </p:sp>
      <p:sp>
        <p:nvSpPr>
          <p:cNvPr id="5" name="Slide Number Placeholder 4">
            <a:extLst>
              <a:ext uri="{FF2B5EF4-FFF2-40B4-BE49-F238E27FC236}">
                <a16:creationId xmlns:a16="http://schemas.microsoft.com/office/drawing/2014/main" id="{81A29BFA-646F-C7F3-1B32-B78718B0777D}"/>
              </a:ext>
            </a:extLst>
          </p:cNvPr>
          <p:cNvSpPr>
            <a:spLocks noGrp="1"/>
          </p:cNvSpPr>
          <p:nvPr>
            <p:ph type="sldNum" sz="quarter" idx="12"/>
          </p:nvPr>
        </p:nvSpPr>
        <p:spPr>
          <a:xfrm>
            <a:off x="10802319" y="6137328"/>
            <a:ext cx="1103479" cy="720671"/>
          </a:xfrm>
        </p:spPr>
        <p:txBody>
          <a:bodyPr/>
          <a:lstStyle/>
          <a:p>
            <a:fld id="{5E0677F5-4A8A-4BF1-96BE-3BAE8FBAFE2E}" type="slidenum">
              <a:rPr lang="en-US" sz="1800" smtClean="0"/>
              <a:pPr/>
              <a:t>4</a:t>
            </a:fld>
            <a:r>
              <a:rPr lang="en-US" sz="1800" dirty="0"/>
              <a:t>/15</a:t>
            </a:r>
          </a:p>
        </p:txBody>
      </p:sp>
      <p:pic>
        <p:nvPicPr>
          <p:cNvPr id="6" name="Picture 5">
            <a:extLst>
              <a:ext uri="{FF2B5EF4-FFF2-40B4-BE49-F238E27FC236}">
                <a16:creationId xmlns:a16="http://schemas.microsoft.com/office/drawing/2014/main" id="{2A5E9AFD-8523-9854-5AB4-693C607977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pic>
        <p:nvPicPr>
          <p:cNvPr id="8" name="Picture 7">
            <a:extLst>
              <a:ext uri="{FF2B5EF4-FFF2-40B4-BE49-F238E27FC236}">
                <a16:creationId xmlns:a16="http://schemas.microsoft.com/office/drawing/2014/main" id="{E72A280D-FADF-A82E-6517-6DA2EC8E0F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3884" y="754291"/>
            <a:ext cx="5538061" cy="1771933"/>
          </a:xfrm>
          <a:prstGeom prst="rect">
            <a:avLst/>
          </a:prstGeom>
        </p:spPr>
      </p:pic>
      <p:pic>
        <p:nvPicPr>
          <p:cNvPr id="10" name="Picture 9">
            <a:extLst>
              <a:ext uri="{FF2B5EF4-FFF2-40B4-BE49-F238E27FC236}">
                <a16:creationId xmlns:a16="http://schemas.microsoft.com/office/drawing/2014/main" id="{4482D828-E3B2-3C4B-9020-F44546306B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3884" y="2406333"/>
            <a:ext cx="5538061" cy="2045333"/>
          </a:xfrm>
          <a:prstGeom prst="rect">
            <a:avLst/>
          </a:prstGeom>
        </p:spPr>
      </p:pic>
      <p:pic>
        <p:nvPicPr>
          <p:cNvPr id="12" name="Picture 11">
            <a:extLst>
              <a:ext uri="{FF2B5EF4-FFF2-40B4-BE49-F238E27FC236}">
                <a16:creationId xmlns:a16="http://schemas.microsoft.com/office/drawing/2014/main" id="{314D9AF0-BAA8-F799-AC60-D98BD3CF15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3884" y="4451667"/>
            <a:ext cx="5538061" cy="2274560"/>
          </a:xfrm>
          <a:prstGeom prst="rect">
            <a:avLst/>
          </a:prstGeom>
        </p:spPr>
      </p:pic>
    </p:spTree>
    <p:extLst>
      <p:ext uri="{BB962C8B-B14F-4D97-AF65-F5344CB8AC3E}">
        <p14:creationId xmlns:p14="http://schemas.microsoft.com/office/powerpoint/2010/main" val="2989335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C4DFF-B071-A9A9-719C-960DE54992E7}"/>
              </a:ext>
            </a:extLst>
          </p:cNvPr>
          <p:cNvSpPr>
            <a:spLocks noGrp="1"/>
          </p:cNvSpPr>
          <p:nvPr>
            <p:ph type="title"/>
          </p:nvPr>
        </p:nvSpPr>
        <p:spPr>
          <a:xfrm>
            <a:off x="274319" y="201478"/>
            <a:ext cx="11178927" cy="5384675"/>
          </a:xfrm>
        </p:spPr>
        <p:txBody>
          <a:bodyPr>
            <a:normAutofit/>
          </a:bodyPr>
          <a:lstStyle/>
          <a:p>
            <a:pPr algn="r" rtl="1"/>
            <a:r>
              <a:rPr lang="en-IN" sz="3600" b="1" dirty="0" err="1"/>
              <a:t>چگونه</a:t>
            </a:r>
            <a:r>
              <a:rPr lang="en-IN" sz="3600" b="1" dirty="0"/>
              <a:t> </a:t>
            </a:r>
            <a:r>
              <a:rPr lang="en-IN" sz="3600" b="1" dirty="0" err="1"/>
              <a:t>یک</a:t>
            </a:r>
            <a:r>
              <a:rPr lang="en-IN" sz="3600" b="1" dirty="0"/>
              <a:t> </a:t>
            </a:r>
            <a:r>
              <a:rPr lang="en-IN" sz="3600" b="1" dirty="0" err="1"/>
              <a:t>نقطهٔ</a:t>
            </a:r>
            <a:r>
              <a:rPr lang="en-IN" sz="3600" b="1" dirty="0"/>
              <a:t> </a:t>
            </a:r>
            <a:r>
              <a:rPr lang="en-IN" sz="3600" b="1" dirty="0" err="1"/>
              <a:t>پرت</a:t>
            </a:r>
            <a:r>
              <a:rPr lang="en-IN" sz="3600" b="1" dirty="0"/>
              <a:t>، </a:t>
            </a:r>
            <a:r>
              <a:rPr lang="en-IN" sz="3600" b="1" dirty="0" err="1"/>
              <a:t>پیش‌بینی</a:t>
            </a:r>
            <a:r>
              <a:rPr lang="en-IN" sz="3600" b="1" dirty="0"/>
              <a:t> </a:t>
            </a:r>
            <a:r>
              <a:rPr lang="en-IN" sz="3600" b="1" dirty="0" err="1"/>
              <a:t>را</a:t>
            </a:r>
            <a:r>
              <a:rPr lang="en-IN" sz="3600" b="1" dirty="0"/>
              <a:t> </a:t>
            </a:r>
            <a:r>
              <a:rPr lang="en-IN" sz="3600" b="1" dirty="0" err="1"/>
              <a:t>نابود</a:t>
            </a:r>
            <a:r>
              <a:rPr lang="en-IN" sz="3600" b="1" dirty="0"/>
              <a:t> </a:t>
            </a:r>
            <a:r>
              <a:rPr lang="en-IN" sz="3600" b="1" dirty="0" err="1"/>
              <a:t>می‌کند</a:t>
            </a:r>
            <a:r>
              <a:rPr lang="en-IN" sz="3600" b="1" dirty="0"/>
              <a:t>؟</a:t>
            </a:r>
            <a:br>
              <a:rPr lang="fa-IR" sz="3600" b="1" dirty="0"/>
            </a:br>
            <a:br>
              <a:rPr lang="fa-IR" sz="3600" b="1" dirty="0"/>
            </a:br>
            <a:br>
              <a:rPr lang="en-IN" sz="3600" b="1" dirty="0"/>
            </a:br>
            <a:r>
              <a:rPr lang="en-IN" sz="2800" dirty="0" err="1"/>
              <a:t>مدل</a:t>
            </a:r>
            <a:r>
              <a:rPr lang="en-IN" sz="2800" dirty="0"/>
              <a:t> </a:t>
            </a:r>
            <a:r>
              <a:rPr lang="en-IN" sz="2800" dirty="0" err="1"/>
              <a:t>تصور</a:t>
            </a:r>
            <a:r>
              <a:rPr lang="en-IN" sz="2800" dirty="0"/>
              <a:t> </a:t>
            </a:r>
            <a:r>
              <a:rPr lang="en-IN" sz="2800" dirty="0" err="1"/>
              <a:t>می‌کند</a:t>
            </a:r>
            <a:r>
              <a:rPr lang="en-IN" sz="2800" dirty="0"/>
              <a:t> </a:t>
            </a:r>
            <a:r>
              <a:rPr lang="en-IN" sz="2800" dirty="0" err="1"/>
              <a:t>که</a:t>
            </a:r>
            <a:r>
              <a:rPr lang="en-IN" sz="2800" dirty="0"/>
              <a:t> </a:t>
            </a:r>
            <a:r>
              <a:rPr lang="en-IN" sz="2800" dirty="0" err="1"/>
              <a:t>این</a:t>
            </a:r>
            <a:r>
              <a:rPr lang="en-IN" sz="2800" dirty="0"/>
              <a:t> </a:t>
            </a:r>
            <a:r>
              <a:rPr lang="en-IN" sz="2800" dirty="0" err="1"/>
              <a:t>جهش</a:t>
            </a:r>
            <a:r>
              <a:rPr lang="en-IN" sz="2800" dirty="0"/>
              <a:t>،</a:t>
            </a:r>
            <a:br>
              <a:rPr lang="fa-IR" sz="2800" dirty="0"/>
            </a:br>
            <a:r>
              <a:rPr lang="en-IN" sz="2800" dirty="0"/>
              <a:t> </a:t>
            </a:r>
            <a:r>
              <a:rPr lang="en-IN" sz="2800" dirty="0" err="1"/>
              <a:t>یک</a:t>
            </a:r>
            <a:r>
              <a:rPr lang="en-IN" sz="2800" dirty="0"/>
              <a:t> </a:t>
            </a:r>
            <a:r>
              <a:rPr lang="fa-IR" sz="2800" dirty="0"/>
              <a:t>(</a:t>
            </a:r>
            <a:r>
              <a:rPr lang="en-IN" sz="2800" dirty="0" err="1"/>
              <a:t>روند</a:t>
            </a:r>
            <a:r>
              <a:rPr lang="en-IN" sz="2800" dirty="0"/>
              <a:t> </a:t>
            </a:r>
            <a:r>
              <a:rPr lang="en-IN" sz="2800" dirty="0" err="1"/>
              <a:t>جدید</a:t>
            </a:r>
            <a:r>
              <a:rPr lang="fa-IR" sz="2800" dirty="0"/>
              <a:t>)</a:t>
            </a:r>
            <a:r>
              <a:rPr lang="en-IN" sz="2800" dirty="0"/>
              <a:t> </a:t>
            </a:r>
            <a:r>
              <a:rPr lang="en-IN" sz="2800" dirty="0" err="1"/>
              <a:t>است</a:t>
            </a:r>
            <a:r>
              <a:rPr lang="en-IN" sz="2800" dirty="0"/>
              <a:t> و </a:t>
            </a:r>
            <a:br>
              <a:rPr lang="fa-IR" sz="2800" dirty="0"/>
            </a:br>
            <a:r>
              <a:rPr lang="en-IN" sz="2800" dirty="0" err="1"/>
              <a:t>پیش‌بینی‌های</a:t>
            </a:r>
            <a:r>
              <a:rPr lang="en-IN" sz="2800" dirty="0"/>
              <a:t> </a:t>
            </a:r>
            <a:r>
              <a:rPr lang="en-IN" sz="2800" dirty="0" err="1"/>
              <a:t>بعدی</a:t>
            </a:r>
            <a:r>
              <a:rPr lang="en-IN" sz="2800" dirty="0"/>
              <a:t> </a:t>
            </a:r>
            <a:r>
              <a:rPr lang="en-IN" sz="2800" dirty="0" err="1"/>
              <a:t>را</a:t>
            </a:r>
            <a:r>
              <a:rPr lang="en-IN" sz="2800" dirty="0"/>
              <a:t> </a:t>
            </a:r>
            <a:r>
              <a:rPr lang="en-IN" sz="2800" dirty="0" err="1"/>
              <a:t>بر</a:t>
            </a:r>
            <a:r>
              <a:rPr lang="en-IN" sz="2800" dirty="0"/>
              <a:t> </a:t>
            </a:r>
            <a:r>
              <a:rPr lang="en-IN" sz="2800" dirty="0" err="1"/>
              <a:t>اساس</a:t>
            </a:r>
            <a:br>
              <a:rPr lang="fa-IR" sz="2800" dirty="0"/>
            </a:br>
            <a:r>
              <a:rPr lang="en-IN" sz="2800" dirty="0"/>
              <a:t> </a:t>
            </a:r>
            <a:r>
              <a:rPr lang="en-IN" sz="2800" dirty="0" err="1"/>
              <a:t>آن</a:t>
            </a:r>
            <a:r>
              <a:rPr lang="en-IN" sz="2800" dirty="0"/>
              <a:t> </a:t>
            </a:r>
            <a:r>
              <a:rPr lang="en-IN" sz="2800" dirty="0" err="1"/>
              <a:t>می‌سازد</a:t>
            </a:r>
            <a:r>
              <a:rPr lang="fa-IR" sz="2800" dirty="0"/>
              <a:t>.</a:t>
            </a:r>
            <a:br>
              <a:rPr lang="fa-IR" sz="2800" dirty="0"/>
            </a:br>
            <a:br>
              <a:rPr lang="fa-IR" sz="2800" dirty="0"/>
            </a:br>
            <a:r>
              <a:rPr lang="en-IN" sz="2800" dirty="0" err="1"/>
              <a:t>نتیجه</a:t>
            </a:r>
            <a:r>
              <a:rPr lang="en-IN" sz="2800" dirty="0"/>
              <a:t>: </a:t>
            </a:r>
            <a:r>
              <a:rPr lang="en-IN" sz="2800" dirty="0" err="1"/>
              <a:t>خطای</a:t>
            </a:r>
            <a:r>
              <a:rPr lang="en-IN" sz="2800" dirty="0"/>
              <a:t> </a:t>
            </a:r>
            <a:r>
              <a:rPr lang="en-IN" sz="2800" dirty="0" err="1"/>
              <a:t>پیش‌بینی</a:t>
            </a:r>
            <a:r>
              <a:rPr lang="en-IN" sz="2800" dirty="0"/>
              <a:t> </a:t>
            </a:r>
            <a:r>
              <a:rPr lang="en-IN" sz="2800" dirty="0" err="1"/>
              <a:t>به</a:t>
            </a:r>
            <a:r>
              <a:rPr lang="en-IN" sz="2800" dirty="0"/>
              <a:t> </a:t>
            </a:r>
            <a:r>
              <a:rPr lang="en-IN" sz="2800" dirty="0" err="1"/>
              <a:t>شدت</a:t>
            </a:r>
            <a:br>
              <a:rPr lang="fa-IR" sz="2800" dirty="0"/>
            </a:br>
            <a:r>
              <a:rPr lang="en-IN" sz="2800" dirty="0"/>
              <a:t> </a:t>
            </a:r>
            <a:r>
              <a:rPr lang="en-IN" sz="2800" dirty="0" err="1"/>
              <a:t>افزایش</a:t>
            </a:r>
            <a:r>
              <a:rPr lang="en-IN" sz="2800" dirty="0"/>
              <a:t> </a:t>
            </a:r>
            <a:r>
              <a:rPr lang="en-IN" sz="2800" dirty="0" err="1"/>
              <a:t>می‌یابد</a:t>
            </a:r>
            <a:r>
              <a:rPr lang="en-IN" sz="2800" dirty="0"/>
              <a:t> و </a:t>
            </a:r>
            <a:r>
              <a:rPr lang="en-IN" sz="2800" dirty="0" err="1"/>
              <a:t>تصمیم‌گیری</a:t>
            </a:r>
            <a:r>
              <a:rPr lang="en-IN" sz="2800" dirty="0"/>
              <a:t> </a:t>
            </a:r>
            <a:r>
              <a:rPr lang="en-IN" sz="2800" dirty="0" err="1"/>
              <a:t>مالی</a:t>
            </a:r>
            <a:br>
              <a:rPr lang="fa-IR" sz="2800" dirty="0"/>
            </a:br>
            <a:r>
              <a:rPr lang="en-IN" sz="2800" dirty="0"/>
              <a:t> </a:t>
            </a:r>
            <a:r>
              <a:rPr lang="en-IN" sz="2800" dirty="0" err="1"/>
              <a:t>را</a:t>
            </a:r>
            <a:r>
              <a:rPr lang="en-IN" sz="2800" dirty="0"/>
              <a:t> </a:t>
            </a:r>
            <a:r>
              <a:rPr lang="en-IN" sz="2800" dirty="0" err="1"/>
              <a:t>به</a:t>
            </a:r>
            <a:r>
              <a:rPr lang="en-IN" sz="2800" dirty="0"/>
              <a:t> </a:t>
            </a:r>
            <a:r>
              <a:rPr lang="en-IN" sz="2800" dirty="0" err="1"/>
              <a:t>خطر</a:t>
            </a:r>
            <a:r>
              <a:rPr lang="en-IN" sz="2800" dirty="0"/>
              <a:t> </a:t>
            </a:r>
            <a:r>
              <a:rPr lang="en-IN" sz="2800" dirty="0" err="1"/>
              <a:t>می‌اندازد</a:t>
            </a:r>
            <a:r>
              <a:rPr lang="fa-IR" sz="2800" dirty="0"/>
              <a:t>.</a:t>
            </a:r>
            <a:br>
              <a:rPr lang="en-IN" sz="2800" b="1" dirty="0"/>
            </a:br>
            <a:endParaRPr lang="en-IN" sz="2800" b="1" dirty="0"/>
          </a:p>
        </p:txBody>
      </p:sp>
      <p:sp>
        <p:nvSpPr>
          <p:cNvPr id="5" name="Slide Number Placeholder 4">
            <a:extLst>
              <a:ext uri="{FF2B5EF4-FFF2-40B4-BE49-F238E27FC236}">
                <a16:creationId xmlns:a16="http://schemas.microsoft.com/office/drawing/2014/main" id="{EDAB38F9-F769-5BC4-C5DF-563BA770CD2B}"/>
              </a:ext>
            </a:extLst>
          </p:cNvPr>
          <p:cNvSpPr>
            <a:spLocks noGrp="1"/>
          </p:cNvSpPr>
          <p:nvPr>
            <p:ph type="sldNum" sz="quarter" idx="12"/>
          </p:nvPr>
        </p:nvSpPr>
        <p:spPr>
          <a:xfrm>
            <a:off x="10848815" y="6013342"/>
            <a:ext cx="1056984" cy="581110"/>
          </a:xfrm>
        </p:spPr>
        <p:txBody>
          <a:bodyPr/>
          <a:lstStyle/>
          <a:p>
            <a:fld id="{5E0677F5-4A8A-4BF1-96BE-3BAE8FBAFE2E}" type="slidenum">
              <a:rPr lang="en-US" sz="1800" smtClean="0"/>
              <a:pPr/>
              <a:t>5</a:t>
            </a:fld>
            <a:r>
              <a:rPr lang="en-US" sz="1800" dirty="0"/>
              <a:t>/15</a:t>
            </a:r>
          </a:p>
        </p:txBody>
      </p:sp>
      <p:pic>
        <p:nvPicPr>
          <p:cNvPr id="6" name="Picture 5">
            <a:extLst>
              <a:ext uri="{FF2B5EF4-FFF2-40B4-BE49-F238E27FC236}">
                <a16:creationId xmlns:a16="http://schemas.microsoft.com/office/drawing/2014/main" id="{C66B0545-A1D2-2863-56C4-9BE5D32CF5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pic>
        <p:nvPicPr>
          <p:cNvPr id="8" name="Picture 7">
            <a:extLst>
              <a:ext uri="{FF2B5EF4-FFF2-40B4-BE49-F238E27FC236}">
                <a16:creationId xmlns:a16="http://schemas.microsoft.com/office/drawing/2014/main" id="{4CCB097E-813E-1FCC-F398-25950ED81D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942" y="1504904"/>
            <a:ext cx="6044339" cy="4299211"/>
          </a:xfrm>
          <a:prstGeom prst="rect">
            <a:avLst/>
          </a:prstGeom>
        </p:spPr>
      </p:pic>
      <p:sp>
        <p:nvSpPr>
          <p:cNvPr id="13" name="Rectangle 3">
            <a:extLst>
              <a:ext uri="{FF2B5EF4-FFF2-40B4-BE49-F238E27FC236}">
                <a16:creationId xmlns:a16="http://schemas.microsoft.com/office/drawing/2014/main" id="{F16354A0-D45E-2C74-4F2F-78EF97E33406}"/>
              </a:ext>
            </a:extLst>
          </p:cNvPr>
          <p:cNvSpPr>
            <a:spLocks noChangeArrowheads="1"/>
          </p:cNvSpPr>
          <p:nvPr/>
        </p:nvSpPr>
        <p:spPr bwMode="auto">
          <a:xfrm flipH="1">
            <a:off x="-346841" y="-184666"/>
            <a:ext cx="34684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52075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9BD1D44-E560-C8B4-8A6C-67061E89CBF6}"/>
                  </a:ext>
                </a:extLst>
              </p:cNvPr>
              <p:cNvSpPr>
                <a:spLocks noGrp="1"/>
              </p:cNvSpPr>
              <p:nvPr>
                <p:ph type="title"/>
              </p:nvPr>
            </p:nvSpPr>
            <p:spPr>
              <a:xfrm>
                <a:off x="274319" y="575873"/>
                <a:ext cx="11457605" cy="6601304"/>
              </a:xfrm>
            </p:spPr>
            <p:txBody>
              <a:bodyPr>
                <a:normAutofit fontScale="90000"/>
              </a:bodyPr>
              <a:lstStyle/>
              <a:p>
                <a:pPr algn="r" rtl="1"/>
                <a:r>
                  <a:rPr lang="en-IN" sz="4000" b="1" dirty="0" err="1"/>
                  <a:t>چگونه</a:t>
                </a:r>
                <a:r>
                  <a:rPr lang="en-IN" sz="4000" b="1" dirty="0"/>
                  <a:t> </a:t>
                </a:r>
                <a:r>
                  <a:rPr lang="en-IN" sz="4000" b="1" dirty="0" err="1"/>
                  <a:t>نقاط</a:t>
                </a:r>
                <a:r>
                  <a:rPr lang="en-IN" sz="4000" b="1" dirty="0"/>
                  <a:t> </a:t>
                </a:r>
                <a:r>
                  <a:rPr lang="en-IN" sz="4000" b="1" dirty="0" err="1"/>
                  <a:t>پرت</a:t>
                </a:r>
                <a:r>
                  <a:rPr lang="en-IN" sz="4000" b="1" dirty="0"/>
                  <a:t> </a:t>
                </a:r>
                <a:r>
                  <a:rPr lang="en-IN" sz="4000" b="1" dirty="0" err="1"/>
                  <a:t>را</a:t>
                </a:r>
                <a:r>
                  <a:rPr lang="en-IN" sz="4000" b="1" dirty="0"/>
                  <a:t> </a:t>
                </a:r>
                <a:r>
                  <a:rPr lang="en-IN" sz="4000" b="1" dirty="0" err="1"/>
                  <a:t>شکار</a:t>
                </a:r>
                <a:r>
                  <a:rPr lang="en-IN" sz="4000" b="1" dirty="0"/>
                  <a:t> </a:t>
                </a:r>
                <a:r>
                  <a:rPr lang="en-IN" sz="4000" b="1" dirty="0" err="1"/>
                  <a:t>کردیم</a:t>
                </a:r>
                <a:r>
                  <a:rPr lang="en-IN" sz="4000" b="1" dirty="0"/>
                  <a:t>؟</a:t>
                </a:r>
                <a:br>
                  <a:rPr lang="en-IN" sz="4000" b="1" dirty="0"/>
                </a:br>
                <a:br>
                  <a:rPr lang="fa-IR" sz="3100" dirty="0"/>
                </a:br>
                <a:br>
                  <a:rPr lang="en-IN" sz="3100" dirty="0"/>
                </a:br>
                <a:r>
                  <a:rPr lang="en-IN" sz="3100" b="1" dirty="0" err="1"/>
                  <a:t>روش</a:t>
                </a:r>
                <a:r>
                  <a:rPr lang="en-IN" sz="3100" b="1" dirty="0"/>
                  <a:t>:</a:t>
                </a:r>
                <a:r>
                  <a:rPr lang="en-IN" sz="3100" dirty="0"/>
                  <a:t> Z-Score </a:t>
                </a:r>
                <a:r>
                  <a:rPr lang="en-IN" sz="3100" dirty="0" err="1"/>
                  <a:t>نمرهٔ</a:t>
                </a:r>
                <a:r>
                  <a:rPr lang="en-IN" sz="3100" dirty="0"/>
                  <a:t> </a:t>
                </a:r>
                <a:r>
                  <a:rPr lang="en-IN" sz="3100" dirty="0" err="1"/>
                  <a:t>استاندارد</a:t>
                </a:r>
                <a:r>
                  <a:rPr lang="fa-IR" sz="3100" dirty="0"/>
                  <a:t>.</a:t>
                </a:r>
                <a:br>
                  <a:rPr lang="fa-IR" sz="3100" dirty="0"/>
                </a:br>
                <a:br>
                  <a:rPr lang="en-IN" sz="3100" dirty="0"/>
                </a:br>
                <a:r>
                  <a:rPr lang="en-IN" sz="3100" b="1" dirty="0" err="1"/>
                  <a:t>فرمول</a:t>
                </a:r>
                <a:br>
                  <a:rPr lang="fa-IR" sz="3100" b="1" dirty="0"/>
                </a:br>
                <a14:m>
                  <m:oMathPara xmlns:m="http://schemas.openxmlformats.org/officeDocument/2006/math">
                    <m:oMathParaPr>
                      <m:jc m:val="centerGroup"/>
                    </m:oMathParaPr>
                    <m:oMath xmlns:m="http://schemas.openxmlformats.org/officeDocument/2006/math">
                      <m:r>
                        <a:rPr lang="en-IN" sz="3100" i="1">
                          <a:latin typeface="Cambria Math" panose="02040503050406030204" pitchFamily="18" charset="0"/>
                        </a:rPr>
                        <m:t>𝑍</m:t>
                      </m:r>
                      <m:r>
                        <a:rPr lang="en-IN" sz="3100">
                          <a:latin typeface="Cambria Math" panose="02040503050406030204" pitchFamily="18" charset="0"/>
                        </a:rPr>
                        <m:t>=</m:t>
                      </m:r>
                      <m:f>
                        <m:fPr>
                          <m:ctrlPr>
                            <a:rPr lang="en-IN" sz="3100" i="1">
                              <a:latin typeface="Cambria Math" panose="02040503050406030204" pitchFamily="18" charset="0"/>
                            </a:rPr>
                          </m:ctrlPr>
                        </m:fPr>
                        <m:num>
                          <m:r>
                            <a:rPr lang="en-IN" sz="3100" i="1">
                              <a:latin typeface="Cambria Math" panose="02040503050406030204" pitchFamily="18" charset="0"/>
                            </a:rPr>
                            <m:t>𝑥</m:t>
                          </m:r>
                          <m:r>
                            <a:rPr lang="en-IN" sz="3100">
                              <a:latin typeface="Cambria Math" panose="02040503050406030204" pitchFamily="18" charset="0"/>
                            </a:rPr>
                            <m:t>−</m:t>
                          </m:r>
                          <m:r>
                            <a:rPr lang="en-IN" sz="3100" i="1">
                              <a:latin typeface="Cambria Math" panose="02040503050406030204" pitchFamily="18" charset="0"/>
                            </a:rPr>
                            <m:t>𝜇</m:t>
                          </m:r>
                        </m:num>
                        <m:den>
                          <m:r>
                            <a:rPr lang="en-IN" sz="3100" i="1">
                              <a:latin typeface="Cambria Math" panose="02040503050406030204" pitchFamily="18" charset="0"/>
                            </a:rPr>
                            <m:t>𝜎</m:t>
                          </m:r>
                        </m:den>
                      </m:f>
                    </m:oMath>
                  </m:oMathPara>
                </a14:m>
                <a:br>
                  <a:rPr lang="fa-IR" sz="3100" dirty="0"/>
                </a:br>
                <a:br>
                  <a:rPr lang="fa-IR" sz="3100" dirty="0"/>
                </a:br>
                <a:br>
                  <a:rPr lang="en-CA" sz="3100" dirty="0"/>
                </a:br>
                <a:r>
                  <a:rPr lang="en-IN" sz="2800" dirty="0" err="1"/>
                  <a:t>ما</a:t>
                </a:r>
                <a:r>
                  <a:rPr lang="en-IN" sz="2800" dirty="0"/>
                  <a:t> </a:t>
                </a:r>
                <a:r>
                  <a:rPr lang="en-IN" sz="2800" dirty="0" err="1"/>
                  <a:t>میانگین</a:t>
                </a:r>
                <a:r>
                  <a:rPr lang="en-IN" sz="2800" dirty="0"/>
                  <a:t> و </a:t>
                </a:r>
                <a:r>
                  <a:rPr lang="en-IN" sz="2800" dirty="0" err="1"/>
                  <a:t>انحراف</a:t>
                </a:r>
                <a:r>
                  <a:rPr lang="en-IN" sz="2800" dirty="0"/>
                  <a:t> </a:t>
                </a:r>
                <a:r>
                  <a:rPr lang="en-IN" sz="2800" dirty="0" err="1"/>
                  <a:t>معیار</a:t>
                </a:r>
                <a:r>
                  <a:rPr lang="en-IN" sz="2800" dirty="0"/>
                  <a:t> </a:t>
                </a:r>
                <a:r>
                  <a:rPr lang="en-IN" sz="2800" dirty="0" err="1"/>
                  <a:t>کل</a:t>
                </a:r>
                <a:r>
                  <a:rPr lang="en-IN" sz="2800" dirty="0"/>
                  <a:t> </a:t>
                </a:r>
                <a:r>
                  <a:rPr lang="en-IN" sz="2800" dirty="0" err="1"/>
                  <a:t>قیمت‌ها</a:t>
                </a:r>
                <a:r>
                  <a:rPr lang="en-IN" sz="2800" dirty="0"/>
                  <a:t> </a:t>
                </a:r>
                <a:r>
                  <a:rPr lang="en-IN" sz="2800" dirty="0" err="1"/>
                  <a:t>را</a:t>
                </a:r>
                <a:r>
                  <a:rPr lang="en-IN" sz="2800" dirty="0"/>
                  <a:t> </a:t>
                </a:r>
                <a:r>
                  <a:rPr lang="en-IN" sz="2800" dirty="0" err="1"/>
                  <a:t>حساب</a:t>
                </a:r>
                <a:r>
                  <a:rPr lang="en-IN" sz="2800" dirty="0"/>
                  <a:t> </a:t>
                </a:r>
                <a:r>
                  <a:rPr lang="en-IN" sz="2800" dirty="0" err="1"/>
                  <a:t>کردیم</a:t>
                </a:r>
                <a:r>
                  <a:rPr lang="en-IN" sz="2800" dirty="0"/>
                  <a:t>. </a:t>
                </a:r>
                <a:r>
                  <a:rPr lang="en-IN" sz="2800" dirty="0" err="1"/>
                  <a:t>هر</a:t>
                </a:r>
                <a:r>
                  <a:rPr lang="en-IN" sz="2800" dirty="0"/>
                  <a:t> </a:t>
                </a:r>
                <a:r>
                  <a:rPr lang="en-IN" sz="2800" dirty="0" err="1"/>
                  <a:t>قیمتی</a:t>
                </a:r>
                <a:r>
                  <a:rPr lang="en-IN" sz="2800" dirty="0"/>
                  <a:t> </a:t>
                </a:r>
                <a:r>
                  <a:rPr lang="en-IN" sz="2800" dirty="0" err="1"/>
                  <a:t>که</a:t>
                </a:r>
                <a:r>
                  <a:rPr lang="en-IN" sz="2800" dirty="0"/>
                  <a:t> </a:t>
                </a:r>
                <a:r>
                  <a:rPr lang="en-IN" sz="2800" dirty="0" err="1"/>
                  <a:t>بیش</a:t>
                </a:r>
                <a:r>
                  <a:rPr lang="en-IN" sz="2800" dirty="0"/>
                  <a:t> </a:t>
                </a:r>
                <a:r>
                  <a:rPr lang="en-IN" sz="2800" dirty="0" err="1"/>
                  <a:t>از</a:t>
                </a:r>
                <a:r>
                  <a:rPr lang="en-IN" sz="2800" dirty="0"/>
                  <a:t> ۲.۵ </a:t>
                </a:r>
                <a:r>
                  <a:rPr lang="en-IN" sz="2800" dirty="0" err="1"/>
                  <a:t>انحراف</a:t>
                </a:r>
                <a:r>
                  <a:rPr lang="en-IN" sz="2800" dirty="0"/>
                  <a:t> </a:t>
                </a:r>
                <a:r>
                  <a:rPr lang="en-IN" sz="2800" dirty="0" err="1"/>
                  <a:t>معیار</a:t>
                </a:r>
                <a:r>
                  <a:rPr lang="en-IN" sz="2800" dirty="0"/>
                  <a:t> </a:t>
                </a:r>
                <a:r>
                  <a:rPr lang="en-IN" sz="2800" dirty="0" err="1"/>
                  <a:t>از</a:t>
                </a:r>
                <a:r>
                  <a:rPr lang="en-IN" sz="2800" dirty="0"/>
                  <a:t> </a:t>
                </a:r>
                <a:r>
                  <a:rPr lang="en-IN" sz="2800" dirty="0" err="1"/>
                  <a:t>میانگین</a:t>
                </a:r>
                <a:r>
                  <a:rPr lang="en-IN" sz="2800" dirty="0"/>
                  <a:t> </a:t>
                </a:r>
                <a:r>
                  <a:rPr lang="en-IN" sz="2800" dirty="0" err="1"/>
                  <a:t>فاصله</a:t>
                </a:r>
                <a:r>
                  <a:rPr lang="en-IN" sz="2800" dirty="0"/>
                  <a:t> </a:t>
                </a:r>
                <a:r>
                  <a:rPr lang="en-IN" sz="2800" dirty="0" err="1"/>
                  <a:t>داشت</a:t>
                </a:r>
                <a:r>
                  <a:rPr lang="en-IN" sz="2800" dirty="0"/>
                  <a:t>، </a:t>
                </a:r>
                <a:r>
                  <a:rPr lang="en-IN" sz="2800" dirty="0" err="1"/>
                  <a:t>به</a:t>
                </a:r>
                <a:r>
                  <a:rPr lang="en-IN" sz="2800" dirty="0"/>
                  <a:t> </a:t>
                </a:r>
                <a:r>
                  <a:rPr lang="en-IN" sz="2800" dirty="0" err="1"/>
                  <a:t>عنوان</a:t>
                </a:r>
                <a:r>
                  <a:rPr lang="en-IN" sz="2800" dirty="0"/>
                  <a:t> </a:t>
                </a:r>
                <a:r>
                  <a:rPr lang="en-IN" sz="2800" dirty="0" err="1"/>
                  <a:t>دادهٔ</a:t>
                </a:r>
                <a:r>
                  <a:rPr lang="en-IN" sz="2800" dirty="0"/>
                  <a:t> </a:t>
                </a:r>
                <a:r>
                  <a:rPr lang="en-IN" sz="2800" dirty="0" err="1"/>
                  <a:t>پرت</a:t>
                </a:r>
                <a:r>
                  <a:rPr lang="en-IN" sz="2800" dirty="0"/>
                  <a:t> </a:t>
                </a:r>
                <a:r>
                  <a:rPr lang="en-IN" sz="2800" dirty="0" err="1"/>
                  <a:t>علامت‌گذاری</a:t>
                </a:r>
                <a:r>
                  <a:rPr lang="en-IN" sz="2800" dirty="0"/>
                  <a:t> </a:t>
                </a:r>
                <a:r>
                  <a:rPr lang="en-IN" sz="2800" dirty="0" err="1"/>
                  <a:t>شد</a:t>
                </a:r>
                <a:r>
                  <a:rPr lang="en-IN" sz="2800" dirty="0"/>
                  <a:t>.</a:t>
                </a:r>
                <a:br>
                  <a:rPr lang="fa-IR" sz="2800" dirty="0"/>
                </a:br>
                <a:br>
                  <a:rPr lang="en-IN" sz="3100" dirty="0"/>
                </a:br>
                <a:r>
                  <a:rPr lang="en-IN" sz="3100" dirty="0" err="1"/>
                  <a:t>نقاطی</a:t>
                </a:r>
                <a:r>
                  <a:rPr lang="en-IN" sz="3100" dirty="0"/>
                  <a:t> </a:t>
                </a:r>
                <a:r>
                  <a:rPr lang="en-IN" sz="3100" dirty="0" err="1"/>
                  <a:t>که</a:t>
                </a:r>
                <a:r>
                  <a:rPr lang="en-IN" sz="3100" dirty="0"/>
                  <a:t> </a:t>
                </a:r>
                <a14:m>
                  <m:oMath xmlns:m="http://schemas.openxmlformats.org/officeDocument/2006/math">
                    <m:r>
                      <a:rPr lang="en-IN" sz="3100">
                        <a:latin typeface="Cambria Math" panose="02040503050406030204" pitchFamily="18" charset="0"/>
                      </a:rPr>
                      <m:t>∣</m:t>
                    </m:r>
                    <m:r>
                      <a:rPr lang="en-IN" sz="3100" i="1">
                        <a:latin typeface="Cambria Math" panose="02040503050406030204" pitchFamily="18" charset="0"/>
                      </a:rPr>
                      <m:t>𝑍</m:t>
                    </m:r>
                    <m:r>
                      <a:rPr lang="en-IN" sz="3100">
                        <a:latin typeface="Cambria Math" panose="02040503050406030204" pitchFamily="18" charset="0"/>
                      </a:rPr>
                      <m:t>∣&gt;</m:t>
                    </m:r>
                    <m:r>
                      <a:rPr lang="en-IN" sz="3100">
                        <a:latin typeface="Cambria Math" panose="02040503050406030204" pitchFamily="18" charset="0"/>
                      </a:rPr>
                      <m:t>2</m:t>
                    </m:r>
                    <m:r>
                      <a:rPr lang="en-IN" sz="3100">
                        <a:latin typeface="Cambria Math" panose="02040503050406030204" pitchFamily="18" charset="0"/>
                      </a:rPr>
                      <m:t>.</m:t>
                    </m:r>
                    <m:r>
                      <a:rPr lang="en-IN" sz="3100">
                        <a:latin typeface="Cambria Math" panose="02040503050406030204" pitchFamily="18" charset="0"/>
                      </a:rPr>
                      <m:t>5</m:t>
                    </m:r>
                  </m:oMath>
                </a14:m>
                <a:r>
                  <a:rPr lang="en-IN" sz="3100" dirty="0" err="1"/>
                  <a:t>باشند</a:t>
                </a:r>
                <a:r>
                  <a:rPr lang="en-IN" sz="3100" dirty="0"/>
                  <a:t>، </a:t>
                </a:r>
                <a:r>
                  <a:rPr lang="en-IN" sz="3100" dirty="0" err="1"/>
                  <a:t>به</a:t>
                </a:r>
                <a:r>
                  <a:rPr lang="en-IN" sz="3100" dirty="0"/>
                  <a:t> </a:t>
                </a:r>
                <a:r>
                  <a:rPr lang="en-IN" sz="3100" dirty="0" err="1"/>
                  <a:t>عنوان</a:t>
                </a:r>
                <a:r>
                  <a:rPr lang="en-IN" sz="3100" dirty="0"/>
                  <a:t> </a:t>
                </a:r>
                <a:r>
                  <a:rPr lang="en-IN" sz="3100" dirty="0" err="1"/>
                  <a:t>ناهنجاری</a:t>
                </a:r>
                <a:r>
                  <a:rPr lang="en-IN" sz="3100" dirty="0"/>
                  <a:t> </a:t>
                </a:r>
                <a:r>
                  <a:rPr lang="en-IN" sz="3100" dirty="0" err="1"/>
                  <a:t>برچسب</a:t>
                </a:r>
                <a:r>
                  <a:rPr lang="en-IN" sz="3100" dirty="0"/>
                  <a:t> </a:t>
                </a:r>
                <a:r>
                  <a:rPr lang="en-IN" sz="3100" dirty="0" err="1"/>
                  <a:t>خوردند</a:t>
                </a:r>
                <a:r>
                  <a:rPr lang="fa-IR" sz="3100" dirty="0"/>
                  <a:t>.</a:t>
                </a:r>
                <a:br>
                  <a:rPr lang="fa-IR" sz="3100" dirty="0"/>
                </a:br>
                <a:br>
                  <a:rPr lang="en-IN" dirty="0"/>
                </a:br>
                <a:endParaRPr lang="en-IN" dirty="0"/>
              </a:p>
            </p:txBody>
          </p:sp>
        </mc:Choice>
        <mc:Fallback xmlns="">
          <p:sp>
            <p:nvSpPr>
              <p:cNvPr id="2" name="Title 1">
                <a:extLst>
                  <a:ext uri="{FF2B5EF4-FFF2-40B4-BE49-F238E27FC236}">
                    <a16:creationId xmlns:a16="http://schemas.microsoft.com/office/drawing/2014/main" id="{E9BD1D44-E560-C8B4-8A6C-67061E89CBF6}"/>
                  </a:ext>
                </a:extLst>
              </p:cNvPr>
              <p:cNvSpPr>
                <a:spLocks noGrp="1" noRot="1" noChangeAspect="1" noMove="1" noResize="1" noEditPoints="1" noAdjustHandles="1" noChangeArrowheads="1" noChangeShapeType="1" noTextEdit="1"/>
              </p:cNvSpPr>
              <p:nvPr>
                <p:ph type="title"/>
              </p:nvPr>
            </p:nvSpPr>
            <p:spPr>
              <a:xfrm>
                <a:off x="274319" y="575873"/>
                <a:ext cx="11457605" cy="6601304"/>
              </a:xfrm>
              <a:blipFill>
                <a:blip r:embed="rId2"/>
                <a:stretch>
                  <a:fillRect t="-5355" r="-1543"/>
                </a:stretch>
              </a:blipFill>
            </p:spPr>
            <p:txBody>
              <a:bodyPr/>
              <a:lstStyle/>
              <a:p>
                <a:r>
                  <a:rPr lang="en-IN">
                    <a:noFill/>
                  </a:rPr>
                  <a:t> </a:t>
                </a:r>
              </a:p>
            </p:txBody>
          </p:sp>
        </mc:Fallback>
      </mc:AlternateContent>
      <p:sp>
        <p:nvSpPr>
          <p:cNvPr id="5" name="Slide Number Placeholder 4">
            <a:extLst>
              <a:ext uri="{FF2B5EF4-FFF2-40B4-BE49-F238E27FC236}">
                <a16:creationId xmlns:a16="http://schemas.microsoft.com/office/drawing/2014/main" id="{EF2E16AD-1AEC-4073-187F-73851B247480}"/>
              </a:ext>
            </a:extLst>
          </p:cNvPr>
          <p:cNvSpPr>
            <a:spLocks noGrp="1"/>
          </p:cNvSpPr>
          <p:nvPr>
            <p:ph type="sldNum" sz="quarter" idx="12"/>
          </p:nvPr>
        </p:nvSpPr>
        <p:spPr>
          <a:xfrm>
            <a:off x="11231592" y="5589916"/>
            <a:ext cx="674206" cy="1268083"/>
          </a:xfrm>
        </p:spPr>
        <p:txBody>
          <a:bodyPr/>
          <a:lstStyle/>
          <a:p>
            <a:fld id="{5E0677F5-4A8A-4BF1-96BE-3BAE8FBAFE2E}" type="slidenum">
              <a:rPr lang="en-US" sz="1800" smtClean="0"/>
              <a:pPr/>
              <a:t>6</a:t>
            </a:fld>
            <a:r>
              <a:rPr lang="fa-IR" sz="1800" dirty="0"/>
              <a:t>15/</a:t>
            </a:r>
            <a:endParaRPr lang="en-US" sz="1800" dirty="0"/>
          </a:p>
        </p:txBody>
      </p:sp>
      <p:pic>
        <p:nvPicPr>
          <p:cNvPr id="6" name="Picture 5">
            <a:extLst>
              <a:ext uri="{FF2B5EF4-FFF2-40B4-BE49-F238E27FC236}">
                <a16:creationId xmlns:a16="http://schemas.microsoft.com/office/drawing/2014/main" id="{CC2F869E-B85B-BD6E-9688-E98C1AF138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pic>
        <p:nvPicPr>
          <p:cNvPr id="41" name="Picture 40">
            <a:extLst>
              <a:ext uri="{FF2B5EF4-FFF2-40B4-BE49-F238E27FC236}">
                <a16:creationId xmlns:a16="http://schemas.microsoft.com/office/drawing/2014/main" id="{100AD658-8DA3-2FCC-335A-084CA0FF56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45" y="219227"/>
            <a:ext cx="5046272" cy="3657298"/>
          </a:xfrm>
          <a:prstGeom prst="rect">
            <a:avLst/>
          </a:prstGeom>
        </p:spPr>
      </p:pic>
    </p:spTree>
    <p:extLst>
      <p:ext uri="{BB962C8B-B14F-4D97-AF65-F5344CB8AC3E}">
        <p14:creationId xmlns:p14="http://schemas.microsoft.com/office/powerpoint/2010/main" val="427432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250FED-B068-787B-71ED-3E070279323A}"/>
              </a:ext>
            </a:extLst>
          </p:cNvPr>
          <p:cNvSpPr>
            <a:spLocks noGrp="1"/>
          </p:cNvSpPr>
          <p:nvPr>
            <p:ph type="sldNum" sz="quarter" idx="12"/>
          </p:nvPr>
        </p:nvSpPr>
        <p:spPr>
          <a:xfrm>
            <a:off x="10851913" y="5804114"/>
            <a:ext cx="1053885" cy="1053885"/>
          </a:xfrm>
        </p:spPr>
        <p:txBody>
          <a:bodyPr/>
          <a:lstStyle/>
          <a:p>
            <a:fld id="{5E0677F5-4A8A-4BF1-96BE-3BAE8FBAFE2E}" type="slidenum">
              <a:rPr lang="en-US" sz="1800" smtClean="0"/>
              <a:pPr/>
              <a:t>7</a:t>
            </a:fld>
            <a:r>
              <a:rPr lang="en-US" sz="1800" dirty="0"/>
              <a:t>/15</a:t>
            </a:r>
          </a:p>
        </p:txBody>
      </p:sp>
      <p:pic>
        <p:nvPicPr>
          <p:cNvPr id="6" name="Picture 5">
            <a:extLst>
              <a:ext uri="{FF2B5EF4-FFF2-40B4-BE49-F238E27FC236}">
                <a16:creationId xmlns:a16="http://schemas.microsoft.com/office/drawing/2014/main" id="{D3294F24-3C41-F1DF-5811-C18C46348D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sp>
        <p:nvSpPr>
          <p:cNvPr id="9" name="TextBox 8">
            <a:extLst>
              <a:ext uri="{FF2B5EF4-FFF2-40B4-BE49-F238E27FC236}">
                <a16:creationId xmlns:a16="http://schemas.microsoft.com/office/drawing/2014/main" id="{D13AA038-A6C6-FB21-8836-0C0D92E485B6}"/>
              </a:ext>
            </a:extLst>
          </p:cNvPr>
          <p:cNvSpPr txBox="1"/>
          <p:nvPr/>
        </p:nvSpPr>
        <p:spPr>
          <a:xfrm>
            <a:off x="3446252" y="1630392"/>
            <a:ext cx="8285671" cy="5016758"/>
          </a:xfrm>
          <a:prstGeom prst="rect">
            <a:avLst/>
          </a:prstGeom>
          <a:noFill/>
        </p:spPr>
        <p:txBody>
          <a:bodyPr wrap="square">
            <a:spAutoFit/>
          </a:bodyPr>
          <a:lstStyle/>
          <a:p>
            <a:pPr algn="r" rtl="1">
              <a:buNone/>
            </a:pPr>
            <a:r>
              <a:rPr lang="en-IN" sz="3200" dirty="0" err="1"/>
              <a:t>داده‌های</a:t>
            </a:r>
            <a:r>
              <a:rPr lang="en-IN" sz="3200" dirty="0"/>
              <a:t> </a:t>
            </a:r>
            <a:r>
              <a:rPr lang="en-IN" sz="3200" dirty="0" err="1"/>
              <a:t>واقعی</a:t>
            </a:r>
            <a:r>
              <a:rPr lang="en-IN" sz="3200" dirty="0"/>
              <a:t>: </a:t>
            </a:r>
            <a:r>
              <a:rPr lang="en-IN" sz="3200" dirty="0" err="1"/>
              <a:t>کندل‌های</a:t>
            </a:r>
            <a:r>
              <a:rPr lang="en-IN" sz="3200" dirty="0"/>
              <a:t> </a:t>
            </a:r>
            <a:r>
              <a:rPr lang="en-IN" sz="3200" dirty="0" err="1"/>
              <a:t>یک‌ساعته</a:t>
            </a:r>
            <a:r>
              <a:rPr lang="en-IN" sz="3200" dirty="0"/>
              <a:t> </a:t>
            </a:r>
            <a:r>
              <a:rPr lang="en-IN" sz="3200" dirty="0" err="1"/>
              <a:t>بیت‌کوین</a:t>
            </a:r>
            <a:endParaRPr lang="fa-IR" sz="3200" dirty="0"/>
          </a:p>
          <a:p>
            <a:pPr algn="r" rtl="1">
              <a:buNone/>
            </a:pPr>
            <a:endParaRPr lang="en-IN" sz="3200" dirty="0"/>
          </a:p>
          <a:p>
            <a:pPr algn="r" rtl="1">
              <a:buFont typeface="Arial" panose="020B0604020202020204" pitchFamily="34" charset="0"/>
              <a:buChar char="•"/>
            </a:pPr>
            <a:r>
              <a:rPr lang="en-IN" sz="3200" b="1" dirty="0" err="1"/>
              <a:t>منبع</a:t>
            </a:r>
            <a:r>
              <a:rPr lang="en-IN" sz="3200" b="1" dirty="0"/>
              <a:t>:</a:t>
            </a:r>
            <a:r>
              <a:rPr lang="en-IN" sz="3200" dirty="0"/>
              <a:t> API </a:t>
            </a:r>
            <a:r>
              <a:rPr lang="en-IN" sz="3200" dirty="0" err="1"/>
              <a:t>عمومی</a:t>
            </a:r>
            <a:r>
              <a:rPr lang="fa-IR" sz="3200" dirty="0"/>
              <a:t> صرافی </a:t>
            </a:r>
          </a:p>
          <a:p>
            <a:pPr algn="r" rtl="1">
              <a:buFont typeface="Arial" panose="020B0604020202020204" pitchFamily="34" charset="0"/>
              <a:buChar char="•"/>
            </a:pPr>
            <a:r>
              <a:rPr lang="fa-IR" sz="3200" dirty="0"/>
              <a:t>بایننس </a:t>
            </a:r>
            <a:r>
              <a:rPr lang="en-IN" sz="3200" dirty="0"/>
              <a:t> (Binance)</a:t>
            </a:r>
          </a:p>
          <a:p>
            <a:pPr algn="r" rtl="1">
              <a:buFont typeface="Arial" panose="020B0604020202020204" pitchFamily="34" charset="0"/>
              <a:buChar char="•"/>
            </a:pPr>
            <a:r>
              <a:rPr lang="en-IN" sz="3200" dirty="0" err="1"/>
              <a:t>داده‌های</a:t>
            </a:r>
            <a:r>
              <a:rPr lang="en-IN" sz="3200" dirty="0"/>
              <a:t> </a:t>
            </a:r>
            <a:r>
              <a:rPr lang="en-IN" sz="3200" dirty="0" err="1"/>
              <a:t>رایگان</a:t>
            </a:r>
            <a:r>
              <a:rPr lang="en-IN" sz="3200" dirty="0"/>
              <a:t> و </a:t>
            </a:r>
            <a:r>
              <a:rPr lang="en-IN" sz="3200" dirty="0" err="1"/>
              <a:t>واقعی</a:t>
            </a:r>
            <a:r>
              <a:rPr lang="en-IN" sz="3200" dirty="0"/>
              <a:t>.</a:t>
            </a:r>
            <a:endParaRPr lang="fa-IR" sz="3200" dirty="0"/>
          </a:p>
          <a:p>
            <a:pPr algn="r" rtl="1">
              <a:buFont typeface="Arial" panose="020B0604020202020204" pitchFamily="34" charset="0"/>
              <a:buChar char="•"/>
            </a:pPr>
            <a:endParaRPr lang="en-IN" sz="3200" dirty="0"/>
          </a:p>
          <a:p>
            <a:pPr algn="r" rtl="1">
              <a:buFont typeface="Arial" panose="020B0604020202020204" pitchFamily="34" charset="0"/>
              <a:buChar char="•"/>
            </a:pPr>
            <a:r>
              <a:rPr lang="en-IN" sz="3200" dirty="0"/>
              <a:t>۱ </a:t>
            </a:r>
            <a:r>
              <a:rPr lang="en-IN" sz="3200" dirty="0" err="1"/>
              <a:t>تا</a:t>
            </a:r>
            <a:r>
              <a:rPr lang="en-IN" sz="3200" dirty="0"/>
              <a:t> ۷ </a:t>
            </a:r>
            <a:r>
              <a:rPr lang="en-IN" sz="3200" dirty="0" err="1"/>
              <a:t>آگوست</a:t>
            </a:r>
            <a:r>
              <a:rPr lang="en-IN" sz="3200" dirty="0"/>
              <a:t> ۲۰۲۴ </a:t>
            </a:r>
            <a:r>
              <a:rPr lang="en-IN" sz="3200" dirty="0" err="1"/>
              <a:t>شامل</a:t>
            </a:r>
            <a:r>
              <a:rPr lang="en-IN" sz="3200" dirty="0"/>
              <a:t> </a:t>
            </a:r>
            <a:r>
              <a:rPr lang="en-IN" sz="3200" dirty="0" err="1"/>
              <a:t>سقوط</a:t>
            </a:r>
            <a:r>
              <a:rPr lang="en-IN" sz="3200" dirty="0"/>
              <a:t> </a:t>
            </a:r>
            <a:r>
              <a:rPr lang="en-IN" sz="3200" dirty="0" err="1"/>
              <a:t>معروف</a:t>
            </a:r>
            <a:r>
              <a:rPr lang="en-IN" sz="3200" dirty="0"/>
              <a:t> ۵ </a:t>
            </a:r>
            <a:r>
              <a:rPr lang="en-IN" sz="3200" dirty="0" err="1"/>
              <a:t>آگوست</a:t>
            </a:r>
            <a:r>
              <a:rPr lang="fa-IR" sz="3200" dirty="0"/>
              <a:t>.</a:t>
            </a:r>
          </a:p>
          <a:p>
            <a:pPr algn="r" rtl="1">
              <a:buFont typeface="Arial" panose="020B0604020202020204" pitchFamily="34" charset="0"/>
              <a:buChar char="•"/>
            </a:pPr>
            <a:r>
              <a:rPr lang="en-IN" sz="3200" b="1" dirty="0" err="1"/>
              <a:t>تعداد</a:t>
            </a:r>
            <a:r>
              <a:rPr lang="en-IN" sz="3200" b="1" dirty="0"/>
              <a:t> </a:t>
            </a:r>
            <a:r>
              <a:rPr lang="en-IN" sz="3200" b="1" dirty="0" err="1"/>
              <a:t>کندل</a:t>
            </a:r>
            <a:r>
              <a:rPr lang="en-IN" sz="3200" b="1" dirty="0"/>
              <a:t>:</a:t>
            </a:r>
            <a:r>
              <a:rPr lang="en-IN" sz="3200" dirty="0"/>
              <a:t> ۱۶۸ </a:t>
            </a:r>
            <a:r>
              <a:rPr lang="en-IN" sz="3200" dirty="0" err="1"/>
              <a:t>کندل</a:t>
            </a:r>
            <a:r>
              <a:rPr lang="en-IN" sz="3200" dirty="0"/>
              <a:t> </a:t>
            </a:r>
            <a:r>
              <a:rPr lang="en-IN" sz="3200" dirty="0" err="1"/>
              <a:t>یک‌ساعته</a:t>
            </a:r>
            <a:r>
              <a:rPr lang="en-IN" sz="3200" dirty="0"/>
              <a:t>.</a:t>
            </a:r>
            <a:endParaRPr lang="fa-IR" sz="3200" dirty="0"/>
          </a:p>
          <a:p>
            <a:pPr algn="r" rtl="1">
              <a:buFont typeface="Arial" panose="020B0604020202020204" pitchFamily="34" charset="0"/>
              <a:buChar char="•"/>
            </a:pPr>
            <a:endParaRPr lang="en-IN" sz="3200" dirty="0"/>
          </a:p>
          <a:p>
            <a:pPr algn="r" rtl="1">
              <a:buFont typeface="Arial" panose="020B0604020202020204" pitchFamily="34" charset="0"/>
              <a:buChar char="•"/>
            </a:pPr>
            <a:r>
              <a:rPr lang="en-IN" sz="3200" b="1" dirty="0" err="1"/>
              <a:t>بازهٔ</a:t>
            </a:r>
            <a:r>
              <a:rPr lang="en-IN" sz="3200" b="1" dirty="0"/>
              <a:t> </a:t>
            </a:r>
            <a:r>
              <a:rPr lang="en-IN" sz="3200" b="1" dirty="0" err="1"/>
              <a:t>آزمون</a:t>
            </a:r>
            <a:r>
              <a:rPr lang="en-IN" sz="3200" b="1" dirty="0"/>
              <a:t>:</a:t>
            </a:r>
            <a:r>
              <a:rPr lang="en-IN" sz="3200" dirty="0"/>
              <a:t> ۸ </a:t>
            </a:r>
            <a:r>
              <a:rPr lang="en-IN" sz="3200" dirty="0" err="1"/>
              <a:t>تا</a:t>
            </a:r>
            <a:r>
              <a:rPr lang="en-IN" sz="3200" dirty="0"/>
              <a:t> ۱۴ </a:t>
            </a:r>
            <a:r>
              <a:rPr lang="en-IN" sz="3200" dirty="0" err="1"/>
              <a:t>آگوست</a:t>
            </a:r>
            <a:r>
              <a:rPr lang="en-IN" sz="3200" dirty="0"/>
              <a:t> ۲۰۲۴ </a:t>
            </a:r>
            <a:r>
              <a:rPr lang="en-IN" sz="3200" dirty="0" err="1"/>
              <a:t>پیش‌بینی</a:t>
            </a:r>
            <a:r>
              <a:rPr lang="en-IN" sz="3200" dirty="0"/>
              <a:t> </a:t>
            </a:r>
            <a:r>
              <a:rPr lang="en-IN" sz="3200" dirty="0" err="1"/>
              <a:t>هفتهٔ</a:t>
            </a:r>
            <a:r>
              <a:rPr lang="en-IN" sz="3200" dirty="0"/>
              <a:t> </a:t>
            </a:r>
            <a:r>
              <a:rPr lang="en-IN" sz="3200" dirty="0" err="1"/>
              <a:t>بعد</a:t>
            </a:r>
            <a:endParaRPr lang="en-IN" sz="3200" dirty="0"/>
          </a:p>
        </p:txBody>
      </p:sp>
      <p:pic>
        <p:nvPicPr>
          <p:cNvPr id="11" name="Picture 10">
            <a:extLst>
              <a:ext uri="{FF2B5EF4-FFF2-40B4-BE49-F238E27FC236}">
                <a16:creationId xmlns:a16="http://schemas.microsoft.com/office/drawing/2014/main" id="{51AD6E4C-8A87-0615-EC01-38602F91DB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885" y="0"/>
            <a:ext cx="5494296" cy="4382219"/>
          </a:xfrm>
          <a:prstGeom prst="rect">
            <a:avLst/>
          </a:prstGeom>
        </p:spPr>
      </p:pic>
    </p:spTree>
    <p:extLst>
      <p:ext uri="{BB962C8B-B14F-4D97-AF65-F5344CB8AC3E}">
        <p14:creationId xmlns:p14="http://schemas.microsoft.com/office/powerpoint/2010/main" val="2654279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ABAC5-7A58-35C9-5B00-6DC5DA6E7C59}"/>
              </a:ext>
            </a:extLst>
          </p:cNvPr>
          <p:cNvSpPr>
            <a:spLocks noGrp="1"/>
          </p:cNvSpPr>
          <p:nvPr>
            <p:ph type="title"/>
          </p:nvPr>
        </p:nvSpPr>
        <p:spPr>
          <a:xfrm>
            <a:off x="948906" y="247491"/>
            <a:ext cx="10956892" cy="6239573"/>
          </a:xfrm>
        </p:spPr>
        <p:txBody>
          <a:bodyPr>
            <a:normAutofit/>
          </a:bodyPr>
          <a:lstStyle/>
          <a:p>
            <a:pPr algn="r" rtl="1"/>
            <a:r>
              <a:rPr lang="fa-IR" sz="3200" b="1" dirty="0"/>
              <a:t>اینجا از 3 مدل استفاده کرده ایم</a:t>
            </a:r>
            <a:r>
              <a:rPr lang="fa-IR" sz="2800" dirty="0"/>
              <a:t>:</a:t>
            </a:r>
            <a:br>
              <a:rPr lang="fa-IR" sz="2800" dirty="0"/>
            </a:br>
            <a:br>
              <a:rPr lang="en-IN" sz="2800" dirty="0"/>
            </a:br>
            <a:r>
              <a:rPr lang="en-IN" sz="2800" dirty="0"/>
              <a:t>۱. </a:t>
            </a:r>
            <a:r>
              <a:rPr lang="en-IN" sz="2800" b="1" dirty="0" err="1"/>
              <a:t>رگرسیون</a:t>
            </a:r>
            <a:r>
              <a:rPr lang="en-IN" sz="2800" b="1" dirty="0"/>
              <a:t> </a:t>
            </a:r>
            <a:r>
              <a:rPr lang="en-IN" sz="2800" b="1" dirty="0" err="1"/>
              <a:t>خطی</a:t>
            </a:r>
            <a:r>
              <a:rPr lang="en-IN" sz="2800" b="1" dirty="0"/>
              <a:t> (Linear Regression):</a:t>
            </a:r>
            <a:r>
              <a:rPr lang="en-IN" sz="2800" dirty="0"/>
              <a:t> </a:t>
            </a:r>
            <a:r>
              <a:rPr lang="en-IN" sz="2800" dirty="0" err="1"/>
              <a:t>ساده‌ترین</a:t>
            </a:r>
            <a:r>
              <a:rPr lang="en-IN" sz="2800" dirty="0"/>
              <a:t> </a:t>
            </a:r>
            <a:r>
              <a:rPr lang="en-IN" sz="2800" dirty="0" err="1"/>
              <a:t>مدل</a:t>
            </a:r>
            <a:r>
              <a:rPr lang="en-IN" sz="2800" dirty="0"/>
              <a:t>، </a:t>
            </a:r>
            <a:r>
              <a:rPr lang="en-IN" sz="2800" dirty="0" err="1"/>
              <a:t>به‌عنوان</a:t>
            </a:r>
            <a:r>
              <a:rPr lang="en-IN" sz="2800" dirty="0"/>
              <a:t> </a:t>
            </a:r>
            <a:r>
              <a:rPr lang="en-IN" sz="2800" dirty="0" err="1"/>
              <a:t>خط</a:t>
            </a:r>
            <a:r>
              <a:rPr lang="en-IN" sz="2800" dirty="0"/>
              <a:t> </a:t>
            </a:r>
            <a:r>
              <a:rPr lang="en-IN" sz="2800" dirty="0" err="1"/>
              <a:t>مبنا</a:t>
            </a:r>
            <a:r>
              <a:rPr lang="en-IN" sz="2800" dirty="0"/>
              <a:t>.</a:t>
            </a:r>
            <a:br>
              <a:rPr lang="en-IN" sz="2800" dirty="0"/>
            </a:br>
            <a:br>
              <a:rPr lang="en-IN" sz="2800" dirty="0"/>
            </a:br>
            <a:r>
              <a:rPr lang="en-IN" sz="2800" dirty="0"/>
              <a:t>۲. </a:t>
            </a:r>
            <a:r>
              <a:rPr lang="en-IN" sz="2800" b="1" dirty="0" err="1"/>
              <a:t>XGBoost</a:t>
            </a:r>
            <a:r>
              <a:rPr lang="en-IN" sz="2800" dirty="0"/>
              <a:t> </a:t>
            </a:r>
            <a:r>
              <a:rPr lang="en-IN" sz="2800" dirty="0" err="1"/>
              <a:t>مدل</a:t>
            </a:r>
            <a:r>
              <a:rPr lang="en-IN" sz="2800" dirty="0"/>
              <a:t> </a:t>
            </a:r>
            <a:r>
              <a:rPr lang="en-IN" sz="2800" dirty="0" err="1"/>
              <a:t>درختی</a:t>
            </a:r>
            <a:r>
              <a:rPr lang="en-IN" sz="2800" dirty="0"/>
              <a:t> </a:t>
            </a:r>
            <a:r>
              <a:rPr lang="en-IN" sz="2800" dirty="0" err="1"/>
              <a:t>تقویتی</a:t>
            </a:r>
            <a:r>
              <a:rPr lang="en-IN" sz="2800" dirty="0"/>
              <a:t>، </a:t>
            </a:r>
            <a:r>
              <a:rPr lang="en-IN" sz="2800" dirty="0" err="1"/>
              <a:t>برندهٔ</a:t>
            </a:r>
            <a:r>
              <a:rPr lang="en-IN" sz="2800" dirty="0"/>
              <a:t> </a:t>
            </a:r>
            <a:r>
              <a:rPr lang="en-IN" sz="2800" dirty="0" err="1"/>
              <a:t>بسیاری</a:t>
            </a:r>
            <a:r>
              <a:rPr lang="en-IN" sz="2800" dirty="0"/>
              <a:t> </a:t>
            </a:r>
            <a:r>
              <a:rPr lang="en-IN" sz="2800" dirty="0" err="1"/>
              <a:t>از</a:t>
            </a:r>
            <a:r>
              <a:rPr lang="en-IN" sz="2800" dirty="0"/>
              <a:t> </a:t>
            </a:r>
            <a:r>
              <a:rPr lang="en-IN" sz="2800" dirty="0" err="1"/>
              <a:t>مسابقات</a:t>
            </a:r>
            <a:r>
              <a:rPr lang="en-IN" sz="2800" dirty="0"/>
              <a:t> </a:t>
            </a:r>
            <a:r>
              <a:rPr lang="en-IN" sz="2800" dirty="0" err="1"/>
              <a:t>علم</a:t>
            </a:r>
            <a:r>
              <a:rPr lang="en-IN" sz="2800" dirty="0"/>
              <a:t> </a:t>
            </a:r>
            <a:r>
              <a:rPr lang="en-IN" sz="2800" dirty="0" err="1"/>
              <a:t>داده</a:t>
            </a:r>
            <a:r>
              <a:rPr lang="en-IN" sz="2800" dirty="0"/>
              <a:t>.</a:t>
            </a:r>
            <a:br>
              <a:rPr lang="en-IN" sz="2800" dirty="0"/>
            </a:br>
            <a:br>
              <a:rPr lang="en-IN" sz="2800" dirty="0"/>
            </a:br>
            <a:r>
              <a:rPr lang="en-IN" sz="2800" dirty="0"/>
              <a:t>۳. </a:t>
            </a:r>
            <a:r>
              <a:rPr lang="en-IN" sz="2800" b="1" dirty="0" err="1"/>
              <a:t>شبکه</a:t>
            </a:r>
            <a:r>
              <a:rPr lang="en-IN" sz="2800" b="1" dirty="0"/>
              <a:t> </a:t>
            </a:r>
            <a:r>
              <a:rPr lang="en-IN" sz="2800" b="1" dirty="0" err="1"/>
              <a:t>عصبی</a:t>
            </a:r>
            <a:r>
              <a:rPr lang="en-IN" sz="2800" b="1" dirty="0"/>
              <a:t> MLP </a:t>
            </a:r>
            <a:r>
              <a:rPr lang="en-IN" sz="2800" b="1" dirty="0" err="1"/>
              <a:t>پرسپترون</a:t>
            </a:r>
            <a:r>
              <a:rPr lang="en-IN" sz="2800" b="1" dirty="0"/>
              <a:t> </a:t>
            </a:r>
            <a:r>
              <a:rPr lang="en-IN" sz="2800" b="1" dirty="0" err="1"/>
              <a:t>چندلایه</a:t>
            </a:r>
            <a:r>
              <a:rPr lang="en-IN" sz="2800" b="1" dirty="0"/>
              <a:t>:</a:t>
            </a:r>
            <a:r>
              <a:rPr lang="en-IN" sz="2800" dirty="0"/>
              <a:t> </a:t>
            </a:r>
            <a:r>
              <a:rPr lang="en-IN" sz="2800" dirty="0" err="1"/>
              <a:t>یک</a:t>
            </a:r>
            <a:r>
              <a:rPr lang="en-IN" sz="2800" dirty="0"/>
              <a:t> </a:t>
            </a:r>
            <a:r>
              <a:rPr lang="en-IN" sz="2800" dirty="0" err="1"/>
              <a:t>شبکه</a:t>
            </a:r>
            <a:r>
              <a:rPr lang="en-IN" sz="2800" dirty="0"/>
              <a:t> </a:t>
            </a:r>
            <a:r>
              <a:rPr lang="en-IN" sz="2800" dirty="0" err="1"/>
              <a:t>عصبی</a:t>
            </a:r>
            <a:r>
              <a:rPr lang="en-IN" sz="2800" dirty="0"/>
              <a:t> </a:t>
            </a:r>
            <a:r>
              <a:rPr lang="en-IN" sz="2800" dirty="0" err="1"/>
              <a:t>عمیق</a:t>
            </a:r>
            <a:r>
              <a:rPr lang="en-IN" sz="2800" dirty="0"/>
              <a:t> </a:t>
            </a:r>
            <a:r>
              <a:rPr lang="en-IN" sz="2800" dirty="0" err="1"/>
              <a:t>با</a:t>
            </a:r>
            <a:r>
              <a:rPr lang="en-IN" sz="2800" dirty="0"/>
              <a:t> </a:t>
            </a:r>
            <a:r>
              <a:rPr lang="en-IN" sz="2800" dirty="0" err="1"/>
              <a:t>دو</a:t>
            </a:r>
            <a:r>
              <a:rPr lang="en-IN" sz="2800" dirty="0"/>
              <a:t> </a:t>
            </a:r>
            <a:r>
              <a:rPr lang="en-IN" sz="2800" dirty="0" err="1"/>
              <a:t>لایه</a:t>
            </a:r>
            <a:r>
              <a:rPr lang="en-IN" sz="2800" dirty="0"/>
              <a:t> </a:t>
            </a:r>
            <a:r>
              <a:rPr lang="en-IN" sz="2800" dirty="0" err="1"/>
              <a:t>پنهان</a:t>
            </a:r>
            <a:r>
              <a:rPr lang="en-IN" sz="2800" dirty="0"/>
              <a:t>.</a:t>
            </a:r>
            <a:br>
              <a:rPr lang="en-IN" sz="2800" dirty="0"/>
            </a:br>
            <a:br>
              <a:rPr lang="en-IN" sz="2800" dirty="0"/>
            </a:br>
            <a:br>
              <a:rPr lang="en-IN" sz="2800" dirty="0"/>
            </a:br>
            <a:br>
              <a:rPr lang="en-IN" sz="2800" dirty="0"/>
            </a:br>
            <a:br>
              <a:rPr lang="en-IN" sz="2800" dirty="0"/>
            </a:br>
            <a:br>
              <a:rPr lang="en-IN" sz="2800" dirty="0"/>
            </a:br>
            <a:br>
              <a:rPr lang="en-IN" sz="2800" dirty="0"/>
            </a:br>
            <a:endParaRPr lang="en-IN" sz="2800" dirty="0"/>
          </a:p>
        </p:txBody>
      </p:sp>
      <p:sp>
        <p:nvSpPr>
          <p:cNvPr id="5" name="Slide Number Placeholder 4">
            <a:extLst>
              <a:ext uri="{FF2B5EF4-FFF2-40B4-BE49-F238E27FC236}">
                <a16:creationId xmlns:a16="http://schemas.microsoft.com/office/drawing/2014/main" id="{1429D940-88B7-4F01-B98A-8DDBB4B61A41}"/>
              </a:ext>
            </a:extLst>
          </p:cNvPr>
          <p:cNvSpPr>
            <a:spLocks noGrp="1"/>
          </p:cNvSpPr>
          <p:nvPr>
            <p:ph type="sldNum" sz="quarter" idx="12"/>
          </p:nvPr>
        </p:nvSpPr>
        <p:spPr>
          <a:xfrm>
            <a:off x="10783019" y="5762444"/>
            <a:ext cx="1122779" cy="1095555"/>
          </a:xfrm>
        </p:spPr>
        <p:txBody>
          <a:bodyPr/>
          <a:lstStyle/>
          <a:p>
            <a:fld id="{5E0677F5-4A8A-4BF1-96BE-3BAE8FBAFE2E}" type="slidenum">
              <a:rPr lang="en-US" sz="1800" smtClean="0"/>
              <a:pPr/>
              <a:t>8</a:t>
            </a:fld>
            <a:r>
              <a:rPr lang="en-US" sz="1800" dirty="0"/>
              <a:t>/15</a:t>
            </a:r>
          </a:p>
        </p:txBody>
      </p:sp>
      <p:pic>
        <p:nvPicPr>
          <p:cNvPr id="6" name="Picture 5">
            <a:extLst>
              <a:ext uri="{FF2B5EF4-FFF2-40B4-BE49-F238E27FC236}">
                <a16:creationId xmlns:a16="http://schemas.microsoft.com/office/drawing/2014/main" id="{6542493C-C513-90A1-3C4A-D587801B5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spTree>
    <p:extLst>
      <p:ext uri="{BB962C8B-B14F-4D97-AF65-F5344CB8AC3E}">
        <p14:creationId xmlns:p14="http://schemas.microsoft.com/office/powerpoint/2010/main" val="323615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764A1-0B06-3D41-B06F-82AF38BE1823}"/>
              </a:ext>
            </a:extLst>
          </p:cNvPr>
          <p:cNvSpPr>
            <a:spLocks noGrp="1"/>
          </p:cNvSpPr>
          <p:nvPr>
            <p:ph type="title"/>
          </p:nvPr>
        </p:nvSpPr>
        <p:spPr>
          <a:xfrm>
            <a:off x="274320" y="258792"/>
            <a:ext cx="11631478" cy="5545323"/>
          </a:xfrm>
        </p:spPr>
        <p:txBody>
          <a:bodyPr>
            <a:normAutofit/>
          </a:bodyPr>
          <a:lstStyle/>
          <a:p>
            <a:pPr algn="r" rtl="1"/>
            <a:r>
              <a:rPr lang="fa-IR" sz="3600" dirty="0"/>
              <a:t>نحوه تفسیر نتایج:</a:t>
            </a:r>
            <a:br>
              <a:rPr lang="fa-IR" sz="3600" dirty="0"/>
            </a:br>
            <a:br>
              <a:rPr lang="fa-IR" sz="3600" dirty="0"/>
            </a:br>
            <a:r>
              <a:rPr lang="fa-IR" sz="3600" dirty="0"/>
              <a:t>1.</a:t>
            </a:r>
            <a:r>
              <a:rPr lang="fa-IR" sz="2800" dirty="0"/>
              <a:t>استفاده از نمودار خود قیمت</a:t>
            </a:r>
            <a:br>
              <a:rPr lang="fa-IR" sz="2800" dirty="0"/>
            </a:br>
            <a:br>
              <a:rPr lang="fa-IR" sz="2800" dirty="0"/>
            </a:br>
            <a:r>
              <a:rPr lang="fa-IR" sz="2800" dirty="0"/>
              <a:t>2.استفاده از 3 شاخص:</a:t>
            </a:r>
            <a:br>
              <a:rPr lang="fa-IR" sz="2800" dirty="0"/>
            </a:br>
            <a:br>
              <a:rPr lang="fa-IR" sz="2800" dirty="0"/>
            </a:br>
            <a:br>
              <a:rPr lang="fa-IR" sz="2800" dirty="0"/>
            </a:br>
            <a:br>
              <a:rPr lang="fa-IR" sz="2800" dirty="0"/>
            </a:br>
            <a:br>
              <a:rPr lang="fa-IR" sz="2800" dirty="0"/>
            </a:br>
            <a:br>
              <a:rPr lang="fa-IR" sz="2800" dirty="0"/>
            </a:br>
            <a:br>
              <a:rPr lang="fa-IR" sz="2800" dirty="0"/>
            </a:br>
            <a:br>
              <a:rPr lang="fa-IR" sz="2800" dirty="0"/>
            </a:br>
            <a:endParaRPr lang="en-IN" sz="3600" dirty="0"/>
          </a:p>
        </p:txBody>
      </p:sp>
      <p:sp>
        <p:nvSpPr>
          <p:cNvPr id="5" name="Slide Number Placeholder 4">
            <a:extLst>
              <a:ext uri="{FF2B5EF4-FFF2-40B4-BE49-F238E27FC236}">
                <a16:creationId xmlns:a16="http://schemas.microsoft.com/office/drawing/2014/main" id="{4C0074CC-9D3E-B31C-3672-F8F1B628E93A}"/>
              </a:ext>
            </a:extLst>
          </p:cNvPr>
          <p:cNvSpPr>
            <a:spLocks noGrp="1"/>
          </p:cNvSpPr>
          <p:nvPr>
            <p:ph type="sldNum" sz="quarter" idx="12"/>
          </p:nvPr>
        </p:nvSpPr>
        <p:spPr>
          <a:xfrm>
            <a:off x="10851913" y="5934974"/>
            <a:ext cx="1053885" cy="923026"/>
          </a:xfrm>
        </p:spPr>
        <p:txBody>
          <a:bodyPr/>
          <a:lstStyle/>
          <a:p>
            <a:r>
              <a:rPr lang="fa-IR" sz="1800" dirty="0"/>
              <a:t>9/15</a:t>
            </a:r>
            <a:endParaRPr lang="en-US" sz="1800" dirty="0"/>
          </a:p>
        </p:txBody>
      </p:sp>
      <p:pic>
        <p:nvPicPr>
          <p:cNvPr id="6" name="Picture 5">
            <a:extLst>
              <a:ext uri="{FF2B5EF4-FFF2-40B4-BE49-F238E27FC236}">
                <a16:creationId xmlns:a16="http://schemas.microsoft.com/office/drawing/2014/main" id="{7016F367-9184-BC77-B40E-D5E28D9826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graphicFrame>
        <p:nvGraphicFramePr>
          <p:cNvPr id="7" name="Table 6">
            <a:extLst>
              <a:ext uri="{FF2B5EF4-FFF2-40B4-BE49-F238E27FC236}">
                <a16:creationId xmlns:a16="http://schemas.microsoft.com/office/drawing/2014/main" id="{0A6A26C7-0CD2-E0E3-8736-6D080AAD3CE9}"/>
              </a:ext>
            </a:extLst>
          </p:cNvPr>
          <p:cNvGraphicFramePr>
            <a:graphicFrameLocks noGrp="1"/>
          </p:cNvGraphicFramePr>
          <p:nvPr>
            <p:extLst>
              <p:ext uri="{D42A27DB-BD31-4B8C-83A1-F6EECF244321}">
                <p14:modId xmlns:p14="http://schemas.microsoft.com/office/powerpoint/2010/main" val="1075819268"/>
              </p:ext>
            </p:extLst>
          </p:nvPr>
        </p:nvGraphicFramePr>
        <p:xfrm>
          <a:off x="465827" y="2156604"/>
          <a:ext cx="8540150" cy="3647511"/>
        </p:xfrm>
        <a:graphic>
          <a:graphicData uri="http://schemas.openxmlformats.org/drawingml/2006/table">
            <a:tbl>
              <a:tblPr firstRow="1" bandRow="1">
                <a:tableStyleId>{5C22544A-7EE6-4342-B048-85BDC9FD1C3A}</a:tableStyleId>
              </a:tblPr>
              <a:tblGrid>
                <a:gridCol w="1407508">
                  <a:extLst>
                    <a:ext uri="{9D8B030D-6E8A-4147-A177-3AD203B41FA5}">
                      <a16:colId xmlns:a16="http://schemas.microsoft.com/office/drawing/2014/main" val="3166072148"/>
                    </a:ext>
                  </a:extLst>
                </a:gridCol>
                <a:gridCol w="2586772">
                  <a:extLst>
                    <a:ext uri="{9D8B030D-6E8A-4147-A177-3AD203B41FA5}">
                      <a16:colId xmlns:a16="http://schemas.microsoft.com/office/drawing/2014/main" val="3574236451"/>
                    </a:ext>
                  </a:extLst>
                </a:gridCol>
                <a:gridCol w="4545870">
                  <a:extLst>
                    <a:ext uri="{9D8B030D-6E8A-4147-A177-3AD203B41FA5}">
                      <a16:colId xmlns:a16="http://schemas.microsoft.com/office/drawing/2014/main" val="4150766170"/>
                    </a:ext>
                  </a:extLst>
                </a:gridCol>
              </a:tblGrid>
              <a:tr h="1520307">
                <a:tc>
                  <a:txBody>
                    <a:bodyPr/>
                    <a:lstStyle/>
                    <a:p>
                      <a:pPr algn="ctr" rtl="1"/>
                      <a:r>
                        <a:rPr lang="en-IN" sz="4400" dirty="0" err="1"/>
                        <a:t>معیار</a:t>
                      </a:r>
                      <a:endParaRPr lang="en-IN" sz="4400" dirty="0"/>
                    </a:p>
                  </a:txBody>
                  <a:tcPr/>
                </a:tc>
                <a:tc>
                  <a:txBody>
                    <a:bodyPr/>
                    <a:lstStyle/>
                    <a:p>
                      <a:pPr algn="ctr" rtl="1"/>
                      <a:r>
                        <a:rPr lang="en-IN" sz="4400" dirty="0" err="1"/>
                        <a:t>نام</a:t>
                      </a:r>
                      <a:r>
                        <a:rPr lang="en-IN" sz="4400" dirty="0"/>
                        <a:t> </a:t>
                      </a:r>
                      <a:r>
                        <a:rPr lang="en-IN" sz="4400" dirty="0" err="1"/>
                        <a:t>کامل</a:t>
                      </a:r>
                      <a:endParaRPr lang="en-IN" sz="4400" dirty="0"/>
                    </a:p>
                  </a:txBody>
                  <a:tcPr/>
                </a:tc>
                <a:tc>
                  <a:txBody>
                    <a:bodyPr/>
                    <a:lstStyle/>
                    <a:p>
                      <a:pPr algn="ctr" rtl="1"/>
                      <a:r>
                        <a:rPr lang="en-IN" sz="4400" dirty="0" err="1"/>
                        <a:t>تفسیر</a:t>
                      </a:r>
                      <a:endParaRPr lang="en-IN" sz="4400" dirty="0"/>
                    </a:p>
                  </a:txBody>
                  <a:tcPr/>
                </a:tc>
                <a:extLst>
                  <a:ext uri="{0D108BD9-81ED-4DB2-BD59-A6C34878D82A}">
                    <a16:rowId xmlns:a16="http://schemas.microsoft.com/office/drawing/2014/main" val="3429268606"/>
                  </a:ext>
                </a:extLst>
              </a:tr>
              <a:tr h="710522">
                <a:tc>
                  <a:txBody>
                    <a:bodyPr/>
                    <a:lstStyle/>
                    <a:p>
                      <a:r>
                        <a:rPr lang="en-CA" sz="2800" dirty="0"/>
                        <a:t>RMSE</a:t>
                      </a:r>
                      <a:endParaRPr lang="en-IN" sz="2800" dirty="0"/>
                    </a:p>
                  </a:txBody>
                  <a:tcPr/>
                </a:tc>
                <a:tc>
                  <a:txBody>
                    <a:bodyPr/>
                    <a:lstStyle/>
                    <a:p>
                      <a:r>
                        <a:rPr lang="en-IN" dirty="0"/>
                        <a:t>Root Mean Squared Error</a:t>
                      </a:r>
                    </a:p>
                  </a:txBody>
                  <a:tcPr/>
                </a:tc>
                <a:tc>
                  <a:txBody>
                    <a:bodyPr/>
                    <a:lstStyle/>
                    <a:p>
                      <a:pPr algn="r" rtl="1"/>
                      <a:r>
                        <a:rPr lang="en-IN" dirty="0" err="1"/>
                        <a:t>میانگین</a:t>
                      </a:r>
                      <a:r>
                        <a:rPr lang="en-IN" dirty="0"/>
                        <a:t> </a:t>
                      </a:r>
                      <a:r>
                        <a:rPr lang="en-IN" dirty="0" err="1"/>
                        <a:t>ریشهٔ</a:t>
                      </a:r>
                      <a:r>
                        <a:rPr lang="en-IN" dirty="0"/>
                        <a:t> </a:t>
                      </a:r>
                      <a:r>
                        <a:rPr lang="en-IN" dirty="0" err="1"/>
                        <a:t>مربعات</a:t>
                      </a:r>
                      <a:r>
                        <a:rPr lang="en-IN" dirty="0"/>
                        <a:t> </a:t>
                      </a:r>
                      <a:r>
                        <a:rPr lang="en-IN" dirty="0" err="1"/>
                        <a:t>خطا</a:t>
                      </a:r>
                      <a:r>
                        <a:rPr lang="en-IN" dirty="0"/>
                        <a:t> – </a:t>
                      </a:r>
                      <a:r>
                        <a:rPr lang="en-IN" dirty="0" err="1"/>
                        <a:t>هرچه</a:t>
                      </a:r>
                      <a:r>
                        <a:rPr lang="en-IN" dirty="0"/>
                        <a:t> </a:t>
                      </a:r>
                      <a:r>
                        <a:rPr lang="en-IN" dirty="0" err="1"/>
                        <a:t>کمتر</a:t>
                      </a:r>
                      <a:r>
                        <a:rPr lang="en-IN" dirty="0"/>
                        <a:t>، </a:t>
                      </a:r>
                      <a:r>
                        <a:rPr lang="en-IN" dirty="0" err="1"/>
                        <a:t>بهتر</a:t>
                      </a:r>
                      <a:r>
                        <a:rPr lang="en-IN" dirty="0"/>
                        <a:t> </a:t>
                      </a:r>
                      <a:r>
                        <a:rPr lang="en-IN" dirty="0" err="1"/>
                        <a:t>حساس</a:t>
                      </a:r>
                      <a:r>
                        <a:rPr lang="en-IN" dirty="0"/>
                        <a:t> </a:t>
                      </a:r>
                      <a:r>
                        <a:rPr lang="en-IN" dirty="0" err="1"/>
                        <a:t>به</a:t>
                      </a:r>
                      <a:r>
                        <a:rPr lang="en-IN" dirty="0"/>
                        <a:t> </a:t>
                      </a:r>
                      <a:r>
                        <a:rPr lang="en-IN" dirty="0" err="1"/>
                        <a:t>نقاط</a:t>
                      </a:r>
                      <a:r>
                        <a:rPr lang="en-IN" dirty="0"/>
                        <a:t> </a:t>
                      </a:r>
                      <a:r>
                        <a:rPr lang="en-IN" dirty="0" err="1"/>
                        <a:t>پرت</a:t>
                      </a:r>
                      <a:endParaRPr lang="en-IN" dirty="0"/>
                    </a:p>
                  </a:txBody>
                  <a:tcPr/>
                </a:tc>
                <a:extLst>
                  <a:ext uri="{0D108BD9-81ED-4DB2-BD59-A6C34878D82A}">
                    <a16:rowId xmlns:a16="http://schemas.microsoft.com/office/drawing/2014/main" val="2573323188"/>
                  </a:ext>
                </a:extLst>
              </a:tr>
              <a:tr h="706160">
                <a:tc>
                  <a:txBody>
                    <a:bodyPr/>
                    <a:lstStyle/>
                    <a:p>
                      <a:r>
                        <a:rPr lang="en-CA" sz="2800" dirty="0"/>
                        <a:t>MAE</a:t>
                      </a:r>
                      <a:endParaRPr lang="en-IN" sz="2800" dirty="0"/>
                    </a:p>
                  </a:txBody>
                  <a:tcPr/>
                </a:tc>
                <a:tc>
                  <a:txBody>
                    <a:bodyPr/>
                    <a:lstStyle/>
                    <a:p>
                      <a:r>
                        <a:rPr lang="en-IN" dirty="0"/>
                        <a:t>Mean Absolute Error</a:t>
                      </a:r>
                    </a:p>
                  </a:txBody>
                  <a:tcPr/>
                </a:tc>
                <a:tc>
                  <a:txBody>
                    <a:bodyPr/>
                    <a:lstStyle/>
                    <a:p>
                      <a:pPr algn="r" rtl="1"/>
                      <a:r>
                        <a:rPr lang="en-IN" dirty="0" err="1"/>
                        <a:t>میانگین</a:t>
                      </a:r>
                      <a:r>
                        <a:rPr lang="en-IN" dirty="0"/>
                        <a:t> </a:t>
                      </a:r>
                      <a:r>
                        <a:rPr lang="en-IN" dirty="0" err="1"/>
                        <a:t>قدرمطلق</a:t>
                      </a:r>
                      <a:r>
                        <a:rPr lang="en-IN" dirty="0"/>
                        <a:t> </a:t>
                      </a:r>
                      <a:r>
                        <a:rPr lang="en-IN" dirty="0" err="1"/>
                        <a:t>خطا</a:t>
                      </a:r>
                      <a:r>
                        <a:rPr lang="en-IN" dirty="0"/>
                        <a:t> – </a:t>
                      </a:r>
                      <a:r>
                        <a:rPr lang="en-IN" dirty="0" err="1"/>
                        <a:t>مقیاس</a:t>
                      </a:r>
                      <a:r>
                        <a:rPr lang="en-IN" dirty="0"/>
                        <a:t> </a:t>
                      </a:r>
                      <a:r>
                        <a:rPr lang="en-IN" dirty="0" err="1"/>
                        <a:t>دلاری</a:t>
                      </a:r>
                      <a:endParaRPr lang="en-IN" dirty="0"/>
                    </a:p>
                  </a:txBody>
                  <a:tcPr/>
                </a:tc>
                <a:extLst>
                  <a:ext uri="{0D108BD9-81ED-4DB2-BD59-A6C34878D82A}">
                    <a16:rowId xmlns:a16="http://schemas.microsoft.com/office/drawing/2014/main" val="3478683068"/>
                  </a:ext>
                </a:extLst>
              </a:tr>
              <a:tr h="710522">
                <a:tc>
                  <a:txBody>
                    <a:bodyPr/>
                    <a:lstStyle/>
                    <a:p>
                      <a:r>
                        <a:rPr lang="en-CA" sz="2800" dirty="0"/>
                        <a:t>MAPE</a:t>
                      </a:r>
                      <a:endParaRPr lang="en-IN" sz="2800" dirty="0"/>
                    </a:p>
                  </a:txBody>
                  <a:tcPr/>
                </a:tc>
                <a:tc>
                  <a:txBody>
                    <a:bodyPr/>
                    <a:lstStyle/>
                    <a:p>
                      <a:r>
                        <a:rPr lang="en-IN" dirty="0"/>
                        <a:t>Mean Absolute Percentage Error</a:t>
                      </a:r>
                    </a:p>
                  </a:txBody>
                  <a:tcPr/>
                </a:tc>
                <a:tc>
                  <a:txBody>
                    <a:bodyPr/>
                    <a:lstStyle/>
                    <a:p>
                      <a:r>
                        <a:rPr lang="en-IN" dirty="0" err="1"/>
                        <a:t>درصد</a:t>
                      </a:r>
                      <a:r>
                        <a:rPr lang="en-IN" dirty="0"/>
                        <a:t> </a:t>
                      </a:r>
                      <a:r>
                        <a:rPr lang="en-IN" dirty="0" err="1"/>
                        <a:t>خطا</a:t>
                      </a:r>
                      <a:r>
                        <a:rPr lang="en-IN" dirty="0"/>
                        <a:t> – </a:t>
                      </a:r>
                      <a:r>
                        <a:rPr lang="en-IN" dirty="0" err="1"/>
                        <a:t>قابلیت</a:t>
                      </a:r>
                      <a:r>
                        <a:rPr lang="en-IN" dirty="0"/>
                        <a:t> </a:t>
                      </a:r>
                      <a:r>
                        <a:rPr lang="en-IN" dirty="0" err="1"/>
                        <a:t>فهم</a:t>
                      </a:r>
                      <a:r>
                        <a:rPr lang="en-IN" dirty="0"/>
                        <a:t> </a:t>
                      </a:r>
                      <a:r>
                        <a:rPr lang="en-IN" dirty="0" err="1"/>
                        <a:t>بالا</a:t>
                      </a:r>
                      <a:r>
                        <a:rPr lang="en-IN" dirty="0"/>
                        <a:t> </a:t>
                      </a:r>
                      <a:r>
                        <a:rPr lang="en-IN" dirty="0" err="1"/>
                        <a:t>برای</a:t>
                      </a:r>
                      <a:r>
                        <a:rPr lang="en-IN" dirty="0"/>
                        <a:t> </a:t>
                      </a:r>
                      <a:r>
                        <a:rPr lang="en-IN" dirty="0" err="1"/>
                        <a:t>عموم</a:t>
                      </a:r>
                      <a:endParaRPr lang="en-IN" dirty="0"/>
                    </a:p>
                  </a:txBody>
                  <a:tcPr/>
                </a:tc>
                <a:extLst>
                  <a:ext uri="{0D108BD9-81ED-4DB2-BD59-A6C34878D82A}">
                    <a16:rowId xmlns:a16="http://schemas.microsoft.com/office/drawing/2014/main" val="2199827809"/>
                  </a:ext>
                </a:extLst>
              </a:tr>
            </a:tbl>
          </a:graphicData>
        </a:graphic>
      </p:graphicFrame>
    </p:spTree>
    <p:extLst>
      <p:ext uri="{BB962C8B-B14F-4D97-AF65-F5344CB8AC3E}">
        <p14:creationId xmlns:p14="http://schemas.microsoft.com/office/powerpoint/2010/main" val="1623412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AA437-5ABF-0641-6404-C01188B502E5}"/>
              </a:ext>
            </a:extLst>
          </p:cNvPr>
          <p:cNvSpPr>
            <a:spLocks noGrp="1"/>
          </p:cNvSpPr>
          <p:nvPr>
            <p:ph type="title"/>
          </p:nvPr>
        </p:nvSpPr>
        <p:spPr>
          <a:xfrm>
            <a:off x="274319" y="-396814"/>
            <a:ext cx="11026003" cy="5952225"/>
          </a:xfrm>
        </p:spPr>
        <p:txBody>
          <a:bodyPr>
            <a:normAutofit/>
          </a:bodyPr>
          <a:lstStyle/>
          <a:p>
            <a:pPr algn="r" rtl="1"/>
            <a:r>
              <a:rPr lang="en-IN" sz="3600" b="1" dirty="0" err="1"/>
              <a:t>دو</a:t>
            </a:r>
            <a:r>
              <a:rPr lang="en-IN" sz="3600" b="1" dirty="0"/>
              <a:t> </a:t>
            </a:r>
            <a:r>
              <a:rPr lang="en-IN" sz="3600" b="1" dirty="0" err="1"/>
              <a:t>سناریو</a:t>
            </a:r>
            <a:r>
              <a:rPr lang="en-IN" sz="3600" b="1" dirty="0"/>
              <a:t>، </a:t>
            </a:r>
            <a:r>
              <a:rPr lang="en-IN" sz="3600" b="1" dirty="0" err="1"/>
              <a:t>یک</a:t>
            </a:r>
            <a:r>
              <a:rPr lang="en-IN" sz="3600" b="1" dirty="0"/>
              <a:t> </a:t>
            </a:r>
            <a:r>
              <a:rPr lang="en-IN" sz="3600" b="1" dirty="0" err="1"/>
              <a:t>مدل</a:t>
            </a:r>
            <a:br>
              <a:rPr lang="fa-IR" sz="3600" b="1" dirty="0"/>
            </a:br>
            <a:br>
              <a:rPr lang="fa-IR" sz="3600" b="1" dirty="0"/>
            </a:br>
            <a:br>
              <a:rPr lang="en-IN" sz="3600" dirty="0"/>
            </a:br>
            <a:br>
              <a:rPr lang="en-IN" sz="3600" dirty="0"/>
            </a:br>
            <a:r>
              <a:rPr lang="en-IN" sz="2800" b="1" dirty="0" err="1"/>
              <a:t>سناریوی</a:t>
            </a:r>
            <a:r>
              <a:rPr lang="en-IN" sz="2800" b="1" dirty="0"/>
              <a:t> </a:t>
            </a:r>
            <a:r>
              <a:rPr lang="en-IN" sz="2800" b="1" dirty="0" err="1"/>
              <a:t>اول</a:t>
            </a:r>
            <a:r>
              <a:rPr lang="en-IN" sz="2800" b="1" dirty="0"/>
              <a:t> )</a:t>
            </a:r>
            <a:r>
              <a:rPr lang="en-IN" sz="2800" b="1" dirty="0" err="1"/>
              <a:t>داده</a:t>
            </a:r>
            <a:r>
              <a:rPr lang="en-IN" sz="2800" b="1" dirty="0"/>
              <a:t> </a:t>
            </a:r>
            <a:r>
              <a:rPr lang="en-IN" sz="2800" b="1" dirty="0" err="1"/>
              <a:t>کثیف</a:t>
            </a:r>
            <a:r>
              <a:rPr lang="en-IN" sz="2800" b="1" dirty="0"/>
              <a:t>):</a:t>
            </a:r>
            <a:r>
              <a:rPr lang="en-IN" sz="2800" dirty="0"/>
              <a:t> (</a:t>
            </a:r>
            <a:r>
              <a:rPr lang="en-IN" sz="2800" dirty="0" err="1"/>
              <a:t>هر</a:t>
            </a:r>
            <a:r>
              <a:rPr lang="en-IN" sz="2800" dirty="0"/>
              <a:t> </a:t>
            </a:r>
            <a:r>
              <a:rPr lang="en-IN" sz="2800" dirty="0" err="1"/>
              <a:t>سه</a:t>
            </a:r>
            <a:r>
              <a:rPr lang="en-IN" sz="2800" dirty="0"/>
              <a:t> </a:t>
            </a:r>
            <a:r>
              <a:rPr lang="en-IN" sz="2800" dirty="0" err="1"/>
              <a:t>مدل</a:t>
            </a:r>
            <a:r>
              <a:rPr lang="en-IN" sz="2800" dirty="0"/>
              <a:t> </a:t>
            </a:r>
            <a:r>
              <a:rPr lang="en-IN" sz="2800" dirty="0" err="1"/>
              <a:t>با</a:t>
            </a:r>
            <a:r>
              <a:rPr lang="en-IN" sz="2800" dirty="0"/>
              <a:t> </a:t>
            </a:r>
            <a:r>
              <a:rPr lang="en-IN" sz="2800" dirty="0" err="1"/>
              <a:t>کل</a:t>
            </a:r>
            <a:r>
              <a:rPr lang="en-IN" sz="2800" dirty="0"/>
              <a:t> ۱۶۸ </a:t>
            </a:r>
            <a:r>
              <a:rPr lang="en-IN" sz="2800" dirty="0" err="1"/>
              <a:t>کندل</a:t>
            </a:r>
            <a:r>
              <a:rPr lang="en-IN" sz="2800" dirty="0"/>
              <a:t> (</a:t>
            </a:r>
            <a:r>
              <a:rPr lang="en-IN" sz="2800" dirty="0" err="1"/>
              <a:t>شامل</a:t>
            </a:r>
            <a:r>
              <a:rPr lang="en-IN" sz="2800" dirty="0"/>
              <a:t> </a:t>
            </a:r>
            <a:r>
              <a:rPr lang="en-IN" sz="2800" dirty="0" err="1"/>
              <a:t>نقاط</a:t>
            </a:r>
            <a:r>
              <a:rPr lang="en-IN" sz="2800" dirty="0"/>
              <a:t> </a:t>
            </a:r>
            <a:r>
              <a:rPr lang="en-IN" sz="2800" dirty="0" err="1"/>
              <a:t>پرت</a:t>
            </a:r>
            <a:r>
              <a:rPr lang="en-IN" sz="2800" dirty="0"/>
              <a:t> </a:t>
            </a:r>
            <a:r>
              <a:rPr lang="en-IN" sz="2800" dirty="0" err="1"/>
              <a:t>آموزش</a:t>
            </a:r>
            <a:r>
              <a:rPr lang="en-IN" sz="2800" dirty="0"/>
              <a:t> </a:t>
            </a:r>
            <a:r>
              <a:rPr lang="en-IN" sz="2800" dirty="0" err="1"/>
              <a:t>دیدند</a:t>
            </a:r>
            <a:r>
              <a:rPr lang="en-IN" sz="2800" dirty="0"/>
              <a:t>.</a:t>
            </a:r>
            <a:br>
              <a:rPr lang="fa-IR" sz="2800" dirty="0"/>
            </a:br>
            <a:br>
              <a:rPr lang="en-IN" sz="2800" dirty="0"/>
            </a:br>
            <a:r>
              <a:rPr lang="en-IN" sz="2800" b="1" dirty="0" err="1"/>
              <a:t>سناریوی</a:t>
            </a:r>
            <a:r>
              <a:rPr lang="en-IN" sz="2800" b="1" dirty="0"/>
              <a:t> </a:t>
            </a:r>
            <a:r>
              <a:rPr lang="en-IN" sz="2800" b="1" dirty="0" err="1"/>
              <a:t>دوم</a:t>
            </a:r>
            <a:r>
              <a:rPr lang="en-IN" sz="2800" b="1" dirty="0"/>
              <a:t> )</a:t>
            </a:r>
            <a:r>
              <a:rPr lang="en-IN" sz="2800" b="1" dirty="0" err="1"/>
              <a:t>داده</a:t>
            </a:r>
            <a:r>
              <a:rPr lang="en-IN" sz="2800" b="1" dirty="0"/>
              <a:t> </a:t>
            </a:r>
            <a:r>
              <a:rPr lang="en-IN" sz="2800" b="1" dirty="0" err="1"/>
              <a:t>تمیز</a:t>
            </a:r>
            <a:r>
              <a:rPr lang="fa-IR" sz="2800" b="1" dirty="0"/>
              <a:t>)</a:t>
            </a:r>
            <a:r>
              <a:rPr lang="en-IN" sz="2800" b="1" dirty="0"/>
              <a:t>):</a:t>
            </a:r>
            <a:r>
              <a:rPr lang="en-IN" sz="2800" dirty="0"/>
              <a:t> </a:t>
            </a:r>
            <a:r>
              <a:rPr lang="en-IN" sz="2800" dirty="0" err="1"/>
              <a:t>همان</a:t>
            </a:r>
            <a:r>
              <a:rPr lang="en-IN" sz="2800" dirty="0"/>
              <a:t> </a:t>
            </a:r>
            <a:r>
              <a:rPr lang="en-IN" sz="2800" dirty="0" err="1"/>
              <a:t>مدل‌ها</a:t>
            </a:r>
            <a:r>
              <a:rPr lang="en-IN" sz="2800" dirty="0"/>
              <a:t> </a:t>
            </a:r>
            <a:r>
              <a:rPr lang="en-IN" sz="2800" dirty="0" err="1"/>
              <a:t>با</a:t>
            </a:r>
            <a:r>
              <a:rPr lang="en-IN" sz="2800" dirty="0"/>
              <a:t> ۱۶۵ </a:t>
            </a:r>
            <a:r>
              <a:rPr lang="en-IN" sz="2800" dirty="0" err="1"/>
              <a:t>کندل</a:t>
            </a:r>
            <a:r>
              <a:rPr lang="en-IN" sz="2800" dirty="0"/>
              <a:t> (</a:t>
            </a:r>
            <a:r>
              <a:rPr lang="en-IN" sz="2800" dirty="0" err="1"/>
              <a:t>پس</a:t>
            </a:r>
            <a:r>
              <a:rPr lang="en-IN" sz="2800" dirty="0"/>
              <a:t> </a:t>
            </a:r>
            <a:r>
              <a:rPr lang="en-IN" sz="2800" dirty="0" err="1"/>
              <a:t>از</a:t>
            </a:r>
            <a:r>
              <a:rPr lang="en-IN" sz="2800" dirty="0"/>
              <a:t> </a:t>
            </a:r>
            <a:r>
              <a:rPr lang="en-IN" sz="2800" dirty="0" err="1"/>
              <a:t>حذف</a:t>
            </a:r>
            <a:r>
              <a:rPr lang="en-IN" sz="2800" dirty="0"/>
              <a:t> ۳ </a:t>
            </a:r>
            <a:r>
              <a:rPr lang="en-IN" sz="2800" dirty="0" err="1"/>
              <a:t>نقطهٔ</a:t>
            </a:r>
            <a:r>
              <a:rPr lang="en-IN" sz="2800" dirty="0"/>
              <a:t> </a:t>
            </a:r>
            <a:r>
              <a:rPr lang="en-IN" sz="2800" dirty="0" err="1"/>
              <a:t>پرت</a:t>
            </a:r>
            <a:r>
              <a:rPr lang="en-IN" sz="2800" dirty="0"/>
              <a:t> </a:t>
            </a:r>
            <a:r>
              <a:rPr lang="en-IN" sz="2800" dirty="0" err="1"/>
              <a:t>آموزش</a:t>
            </a:r>
            <a:r>
              <a:rPr lang="en-IN" sz="2800" dirty="0"/>
              <a:t> </a:t>
            </a:r>
            <a:r>
              <a:rPr lang="en-IN" sz="2800" dirty="0" err="1"/>
              <a:t>دیدند</a:t>
            </a:r>
            <a:r>
              <a:rPr lang="en-IN" sz="2800" dirty="0"/>
              <a:t>.</a:t>
            </a:r>
            <a:br>
              <a:rPr lang="fa-IR" sz="2800" dirty="0"/>
            </a:br>
            <a:br>
              <a:rPr lang="en-IN" sz="2800" dirty="0"/>
            </a:br>
            <a:r>
              <a:rPr lang="en-IN" sz="2800" dirty="0" err="1"/>
              <a:t>معماری</a:t>
            </a:r>
            <a:r>
              <a:rPr lang="en-IN" sz="2800" dirty="0"/>
              <a:t> و </a:t>
            </a:r>
            <a:r>
              <a:rPr lang="en-IN" sz="2800" dirty="0" err="1"/>
              <a:t>پارامترهای</a:t>
            </a:r>
            <a:r>
              <a:rPr lang="en-IN" sz="2800" dirty="0"/>
              <a:t> </a:t>
            </a:r>
            <a:r>
              <a:rPr lang="en-IN" sz="2800" dirty="0" err="1"/>
              <a:t>همهٔ</a:t>
            </a:r>
            <a:r>
              <a:rPr lang="en-IN" sz="2800" dirty="0"/>
              <a:t> </a:t>
            </a:r>
            <a:r>
              <a:rPr lang="en-IN" sz="2800" dirty="0" err="1"/>
              <a:t>مدل‌ها</a:t>
            </a:r>
            <a:r>
              <a:rPr lang="en-IN" sz="2800" dirty="0"/>
              <a:t> </a:t>
            </a:r>
            <a:r>
              <a:rPr lang="en-IN" sz="2800" dirty="0" err="1"/>
              <a:t>در</a:t>
            </a:r>
            <a:r>
              <a:rPr lang="en-IN" sz="2800" dirty="0"/>
              <a:t> </a:t>
            </a:r>
            <a:r>
              <a:rPr lang="en-IN" sz="2800" dirty="0" err="1"/>
              <a:t>هر</a:t>
            </a:r>
            <a:r>
              <a:rPr lang="en-IN" sz="2800" dirty="0"/>
              <a:t> </a:t>
            </a:r>
            <a:r>
              <a:rPr lang="en-IN" sz="2800" dirty="0" err="1"/>
              <a:t>دو</a:t>
            </a:r>
            <a:r>
              <a:rPr lang="en-IN" sz="2800" dirty="0"/>
              <a:t> </a:t>
            </a:r>
            <a:r>
              <a:rPr lang="en-IN" sz="2800" dirty="0" err="1"/>
              <a:t>سناریو</a:t>
            </a:r>
            <a:r>
              <a:rPr lang="en-IN" sz="2800" dirty="0"/>
              <a:t> </a:t>
            </a:r>
            <a:r>
              <a:rPr lang="en-IN" sz="2800" dirty="0" err="1"/>
              <a:t>دقیقاً</a:t>
            </a:r>
            <a:r>
              <a:rPr lang="en-IN" sz="2800" dirty="0"/>
              <a:t> </a:t>
            </a:r>
            <a:r>
              <a:rPr lang="en-IN" sz="2800" dirty="0" err="1"/>
              <a:t>یکسان</a:t>
            </a:r>
            <a:r>
              <a:rPr lang="en-IN" sz="2800" dirty="0"/>
              <a:t> </a:t>
            </a:r>
            <a:r>
              <a:rPr lang="en-IN" sz="2800" dirty="0" err="1"/>
              <a:t>بود</a:t>
            </a:r>
            <a:r>
              <a:rPr lang="en-IN" sz="2800" dirty="0"/>
              <a:t>.</a:t>
            </a:r>
            <a:br>
              <a:rPr lang="en-IN" sz="2800" dirty="0"/>
            </a:br>
            <a:r>
              <a:rPr lang="en-IN" sz="2800" dirty="0" err="1"/>
              <a:t>پیش‌بینی</a:t>
            </a:r>
            <a:r>
              <a:rPr lang="en-IN" sz="2800" dirty="0"/>
              <a:t> </a:t>
            </a:r>
            <a:r>
              <a:rPr lang="en-IN" sz="2800" dirty="0" err="1"/>
              <a:t>برای</a:t>
            </a:r>
            <a:r>
              <a:rPr lang="en-IN" sz="2800" dirty="0"/>
              <a:t> </a:t>
            </a:r>
            <a:r>
              <a:rPr lang="en-IN" sz="2800" dirty="0" err="1"/>
              <a:t>هفتهٔ</a:t>
            </a:r>
            <a:r>
              <a:rPr lang="en-IN" sz="2800" dirty="0"/>
              <a:t> </a:t>
            </a:r>
            <a:r>
              <a:rPr lang="en-IN" sz="2800" dirty="0" err="1"/>
              <a:t>بعد</a:t>
            </a:r>
            <a:r>
              <a:rPr lang="en-IN" sz="2800" dirty="0"/>
              <a:t> ,۸ </a:t>
            </a:r>
            <a:r>
              <a:rPr lang="en-IN" sz="2800" dirty="0" err="1"/>
              <a:t>تا</a:t>
            </a:r>
            <a:r>
              <a:rPr lang="en-IN" sz="2800" dirty="0"/>
              <a:t> ۱۴ </a:t>
            </a:r>
            <a:r>
              <a:rPr lang="en-IN" sz="2800" dirty="0" err="1"/>
              <a:t>آگوست</a:t>
            </a:r>
            <a:r>
              <a:rPr lang="en-IN" sz="2800" dirty="0"/>
              <a:t> </a:t>
            </a:r>
            <a:r>
              <a:rPr lang="en-IN" sz="2800" dirty="0" err="1"/>
              <a:t>انجام</a:t>
            </a:r>
            <a:r>
              <a:rPr lang="en-IN" sz="2800" dirty="0"/>
              <a:t> </a:t>
            </a:r>
            <a:r>
              <a:rPr lang="en-IN" sz="2800" dirty="0" err="1"/>
              <a:t>شد</a:t>
            </a:r>
            <a:r>
              <a:rPr lang="en-IN" sz="2800" dirty="0"/>
              <a:t>.</a:t>
            </a:r>
            <a:br>
              <a:rPr lang="en-IN" sz="2800" dirty="0"/>
            </a:br>
            <a:endParaRPr lang="en-IN" sz="2800" dirty="0"/>
          </a:p>
        </p:txBody>
      </p:sp>
      <p:sp>
        <p:nvSpPr>
          <p:cNvPr id="5" name="Slide Number Placeholder 4">
            <a:extLst>
              <a:ext uri="{FF2B5EF4-FFF2-40B4-BE49-F238E27FC236}">
                <a16:creationId xmlns:a16="http://schemas.microsoft.com/office/drawing/2014/main" id="{BF8C83F6-12B8-8542-23BA-73B01F9DF527}"/>
              </a:ext>
            </a:extLst>
          </p:cNvPr>
          <p:cNvSpPr>
            <a:spLocks noGrp="1"/>
          </p:cNvSpPr>
          <p:nvPr>
            <p:ph type="sldNum" sz="quarter" idx="12"/>
          </p:nvPr>
        </p:nvSpPr>
        <p:spPr>
          <a:xfrm>
            <a:off x="10558733" y="5934974"/>
            <a:ext cx="1347066" cy="923026"/>
          </a:xfrm>
        </p:spPr>
        <p:txBody>
          <a:bodyPr/>
          <a:lstStyle/>
          <a:p>
            <a:pPr algn="ctr"/>
            <a:fld id="{5E0677F5-4A8A-4BF1-96BE-3BAE8FBAFE2E}" type="slidenum">
              <a:rPr lang="en-US" sz="1800" smtClean="0"/>
              <a:pPr algn="ctr"/>
              <a:t>10</a:t>
            </a:fld>
            <a:r>
              <a:rPr lang="en-US" sz="1800" dirty="0"/>
              <a:t>/15</a:t>
            </a:r>
          </a:p>
        </p:txBody>
      </p:sp>
      <p:pic>
        <p:nvPicPr>
          <p:cNvPr id="6" name="Picture 5">
            <a:extLst>
              <a:ext uri="{FF2B5EF4-FFF2-40B4-BE49-F238E27FC236}">
                <a16:creationId xmlns:a16="http://schemas.microsoft.com/office/drawing/2014/main" id="{7E698290-CC6B-09C7-8AEC-09766BE74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spTree>
    <p:extLst>
      <p:ext uri="{BB962C8B-B14F-4D97-AF65-F5344CB8AC3E}">
        <p14:creationId xmlns:p14="http://schemas.microsoft.com/office/powerpoint/2010/main" val="2926729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9FE7DED-A571-21C0-6DAC-71491D8E144D}"/>
              </a:ext>
            </a:extLst>
          </p:cNvPr>
          <p:cNvSpPr>
            <a:spLocks noGrp="1"/>
          </p:cNvSpPr>
          <p:nvPr>
            <p:ph type="sldNum" sz="quarter" idx="12"/>
          </p:nvPr>
        </p:nvSpPr>
        <p:spPr>
          <a:xfrm>
            <a:off x="10196423" y="5804114"/>
            <a:ext cx="1709375" cy="1053885"/>
          </a:xfrm>
        </p:spPr>
        <p:txBody>
          <a:bodyPr/>
          <a:lstStyle/>
          <a:p>
            <a:fld id="{5E0677F5-4A8A-4BF1-96BE-3BAE8FBAFE2E}" type="slidenum">
              <a:rPr lang="en-US" sz="1800" smtClean="0"/>
              <a:pPr/>
              <a:t>11</a:t>
            </a:fld>
            <a:r>
              <a:rPr lang="en-US" sz="1800" dirty="0"/>
              <a:t>/15</a:t>
            </a:r>
          </a:p>
        </p:txBody>
      </p:sp>
      <p:pic>
        <p:nvPicPr>
          <p:cNvPr id="6" name="Picture 5">
            <a:extLst>
              <a:ext uri="{FF2B5EF4-FFF2-40B4-BE49-F238E27FC236}">
                <a16:creationId xmlns:a16="http://schemas.microsoft.com/office/drawing/2014/main" id="{4529973C-D691-11FC-4107-1C2A361077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pic>
        <p:nvPicPr>
          <p:cNvPr id="8" name="Picture 7">
            <a:extLst>
              <a:ext uri="{FF2B5EF4-FFF2-40B4-BE49-F238E27FC236}">
                <a16:creationId xmlns:a16="http://schemas.microsoft.com/office/drawing/2014/main" id="{ED655293-DCF6-41F5-B1EB-B4872FDB1D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2506" y="0"/>
            <a:ext cx="7986988" cy="6858000"/>
          </a:xfrm>
          <a:prstGeom prst="rect">
            <a:avLst/>
          </a:prstGeom>
        </p:spPr>
      </p:pic>
    </p:spTree>
    <p:extLst>
      <p:ext uri="{BB962C8B-B14F-4D97-AF65-F5344CB8AC3E}">
        <p14:creationId xmlns:p14="http://schemas.microsoft.com/office/powerpoint/2010/main" val="2583692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DB0584-8762-F086-558F-0B2A90F62B8A}"/>
              </a:ext>
            </a:extLst>
          </p:cNvPr>
          <p:cNvSpPr>
            <a:spLocks noGrp="1"/>
          </p:cNvSpPr>
          <p:nvPr>
            <p:ph type="sldNum" sz="quarter" idx="12"/>
          </p:nvPr>
        </p:nvSpPr>
        <p:spPr>
          <a:xfrm>
            <a:off x="10644997" y="6072996"/>
            <a:ext cx="1260802" cy="785004"/>
          </a:xfrm>
        </p:spPr>
        <p:txBody>
          <a:bodyPr/>
          <a:lstStyle/>
          <a:p>
            <a:fld id="{5E0677F5-4A8A-4BF1-96BE-3BAE8FBAFE2E}" type="slidenum">
              <a:rPr lang="en-US" sz="1800" smtClean="0"/>
              <a:pPr/>
              <a:t>12</a:t>
            </a:fld>
            <a:r>
              <a:rPr lang="en-US" sz="1800" dirty="0"/>
              <a:t>/15</a:t>
            </a:r>
          </a:p>
        </p:txBody>
      </p:sp>
      <p:pic>
        <p:nvPicPr>
          <p:cNvPr id="6" name="Picture 5">
            <a:extLst>
              <a:ext uri="{FF2B5EF4-FFF2-40B4-BE49-F238E27FC236}">
                <a16:creationId xmlns:a16="http://schemas.microsoft.com/office/drawing/2014/main" id="{2EB9F263-3EF7-003D-CDCC-26B44A1CF0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pic>
        <p:nvPicPr>
          <p:cNvPr id="8" name="Picture 7">
            <a:extLst>
              <a:ext uri="{FF2B5EF4-FFF2-40B4-BE49-F238E27FC236}">
                <a16:creationId xmlns:a16="http://schemas.microsoft.com/office/drawing/2014/main" id="{B74BCB07-972B-4EA0-AF8C-B4D8EEA2A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3481" y="759124"/>
            <a:ext cx="10161917" cy="4786198"/>
          </a:xfrm>
          <a:prstGeom prst="rect">
            <a:avLst/>
          </a:prstGeom>
        </p:spPr>
      </p:pic>
    </p:spTree>
    <p:extLst>
      <p:ext uri="{BB962C8B-B14F-4D97-AF65-F5344CB8AC3E}">
        <p14:creationId xmlns:p14="http://schemas.microsoft.com/office/powerpoint/2010/main" val="275354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8393E2E-0D8F-874C-79E4-2E38D851EBA4}"/>
              </a:ext>
            </a:extLst>
          </p:cNvPr>
          <p:cNvSpPr>
            <a:spLocks noGrp="1"/>
          </p:cNvSpPr>
          <p:nvPr>
            <p:ph type="sldNum" sz="quarter" idx="12"/>
          </p:nvPr>
        </p:nvSpPr>
        <p:spPr>
          <a:xfrm>
            <a:off x="10131769" y="5804114"/>
            <a:ext cx="1774029" cy="1053885"/>
          </a:xfrm>
        </p:spPr>
        <p:txBody>
          <a:bodyPr/>
          <a:lstStyle/>
          <a:p>
            <a:r>
              <a:rPr lang="fa-IR" sz="1800" dirty="0"/>
              <a:t>13/15</a:t>
            </a:r>
            <a:endParaRPr lang="en-US" sz="1800" dirty="0"/>
          </a:p>
        </p:txBody>
      </p:sp>
      <p:sp>
        <p:nvSpPr>
          <p:cNvPr id="6" name="Rectangle 1">
            <a:extLst>
              <a:ext uri="{FF2B5EF4-FFF2-40B4-BE49-F238E27FC236}">
                <a16:creationId xmlns:a16="http://schemas.microsoft.com/office/drawing/2014/main" id="{9D34D411-165E-1B2E-817F-E154EE5A54F0}"/>
              </a:ext>
            </a:extLst>
          </p:cNvPr>
          <p:cNvSpPr>
            <a:spLocks noGrp="1" noChangeArrowheads="1"/>
          </p:cNvSpPr>
          <p:nvPr>
            <p:ph type="title"/>
          </p:nvPr>
        </p:nvSpPr>
        <p:spPr bwMode="auto">
          <a:xfrm>
            <a:off x="690112" y="2456599"/>
            <a:ext cx="11501887" cy="276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r" rtl="1"/>
            <a:r>
              <a:rPr lang="fa-IR" sz="3600" b="1" dirty="0"/>
              <a:t>نتیجه</a:t>
            </a:r>
            <a:r>
              <a:rPr lang="fa-IR" sz="1800" b="1" dirty="0"/>
              <a:t> </a:t>
            </a:r>
            <a:r>
              <a:rPr lang="fa-IR" sz="3600" b="1" dirty="0"/>
              <a:t>گیری</a:t>
            </a:r>
            <a:r>
              <a:rPr lang="en-IN" sz="1800" b="1" dirty="0"/>
              <a:t>:</a:t>
            </a:r>
            <a:br>
              <a:rPr lang="fa-IR" sz="1800" b="1" dirty="0"/>
            </a:br>
            <a:br>
              <a:rPr lang="en-IN" sz="2800" dirty="0"/>
            </a:br>
            <a:r>
              <a:rPr lang="en-IN" sz="2800" dirty="0"/>
              <a:t>۱. </a:t>
            </a:r>
            <a:r>
              <a:rPr lang="en-IN" sz="2800" dirty="0" err="1"/>
              <a:t>داده‌های</a:t>
            </a:r>
            <a:r>
              <a:rPr lang="en-IN" sz="2800" dirty="0"/>
              <a:t> </a:t>
            </a:r>
            <a:r>
              <a:rPr lang="en-IN" sz="2800" dirty="0" err="1"/>
              <a:t>پرت</a:t>
            </a:r>
            <a:r>
              <a:rPr lang="en-IN" sz="2800" dirty="0"/>
              <a:t> </a:t>
            </a:r>
            <a:r>
              <a:rPr lang="en-IN" sz="2800" dirty="0" err="1"/>
              <a:t>می‌توانند</a:t>
            </a:r>
            <a:r>
              <a:rPr lang="en-IN" sz="2800" dirty="0"/>
              <a:t> </a:t>
            </a:r>
            <a:r>
              <a:rPr lang="en-IN" sz="2800" dirty="0" err="1"/>
              <a:t>بهترین</a:t>
            </a:r>
            <a:r>
              <a:rPr lang="en-IN" sz="2800" dirty="0"/>
              <a:t> </a:t>
            </a:r>
            <a:r>
              <a:rPr lang="en-IN" sz="2800" dirty="0" err="1"/>
              <a:t>مدل‌ها</a:t>
            </a:r>
            <a:r>
              <a:rPr lang="en-IN" sz="2800" dirty="0"/>
              <a:t> </a:t>
            </a:r>
            <a:r>
              <a:rPr lang="en-IN" sz="2800" dirty="0" err="1"/>
              <a:t>را</a:t>
            </a:r>
            <a:r>
              <a:rPr lang="en-IN" sz="2800" dirty="0"/>
              <a:t> </a:t>
            </a:r>
            <a:r>
              <a:rPr lang="en-IN" sz="2800" dirty="0" err="1"/>
              <a:t>فلج</a:t>
            </a:r>
            <a:r>
              <a:rPr lang="en-IN" sz="2800" dirty="0"/>
              <a:t> </a:t>
            </a:r>
            <a:r>
              <a:rPr lang="en-IN" sz="2800" dirty="0" err="1"/>
              <a:t>کنند</a:t>
            </a:r>
            <a:r>
              <a:rPr lang="en-IN" sz="2800" dirty="0"/>
              <a:t>.</a:t>
            </a:r>
            <a:br>
              <a:rPr lang="fa-IR" sz="2800" dirty="0"/>
            </a:br>
            <a:br>
              <a:rPr lang="en-IN" sz="2800" dirty="0"/>
            </a:br>
            <a:r>
              <a:rPr lang="en-IN" sz="2800" dirty="0"/>
              <a:t>۲. </a:t>
            </a:r>
            <a:r>
              <a:rPr lang="en-IN" sz="2800" dirty="0" err="1"/>
              <a:t>یک</a:t>
            </a:r>
            <a:r>
              <a:rPr lang="en-IN" sz="2800" dirty="0"/>
              <a:t> </a:t>
            </a:r>
            <a:r>
              <a:rPr lang="en-IN" sz="2800" dirty="0" err="1"/>
              <a:t>روش</a:t>
            </a:r>
            <a:r>
              <a:rPr lang="en-IN" sz="2800" dirty="0"/>
              <a:t> </a:t>
            </a:r>
            <a:r>
              <a:rPr lang="en-IN" sz="2800" dirty="0" err="1"/>
              <a:t>آماری</a:t>
            </a:r>
            <a:r>
              <a:rPr lang="en-IN" sz="2800" dirty="0"/>
              <a:t> </a:t>
            </a:r>
            <a:r>
              <a:rPr lang="en-IN" sz="2800" dirty="0" err="1"/>
              <a:t>ساده</a:t>
            </a:r>
            <a:r>
              <a:rPr lang="en-IN" sz="2800" dirty="0"/>
              <a:t> (Z-Score) </a:t>
            </a:r>
            <a:r>
              <a:rPr lang="en-IN" sz="2800" dirty="0" err="1"/>
              <a:t>توانست</a:t>
            </a:r>
            <a:r>
              <a:rPr lang="en-IN" sz="2800" dirty="0"/>
              <a:t> </a:t>
            </a:r>
            <a:r>
              <a:rPr lang="en-IN" sz="2800" dirty="0" err="1"/>
              <a:t>خطای</a:t>
            </a:r>
            <a:r>
              <a:rPr lang="en-IN" sz="2800" dirty="0"/>
              <a:t> </a:t>
            </a:r>
            <a:r>
              <a:rPr lang="en-IN" sz="2800" dirty="0" err="1"/>
              <a:t>پیش‌بینی</a:t>
            </a:r>
            <a:r>
              <a:rPr lang="en-IN" sz="2800" dirty="0"/>
              <a:t> </a:t>
            </a:r>
            <a:r>
              <a:rPr lang="en-IN" sz="2800" dirty="0" err="1"/>
              <a:t>را</a:t>
            </a:r>
            <a:r>
              <a:rPr lang="en-IN" sz="2800" dirty="0"/>
              <a:t> </a:t>
            </a:r>
            <a:r>
              <a:rPr lang="en-IN" sz="2800" dirty="0" err="1"/>
              <a:t>تا</a:t>
            </a:r>
            <a:r>
              <a:rPr lang="en-IN" sz="2800" dirty="0"/>
              <a:t> </a:t>
            </a:r>
            <a:r>
              <a:rPr lang="en-IN" sz="2800" dirty="0" err="1"/>
              <a:t>بیش</a:t>
            </a:r>
            <a:r>
              <a:rPr lang="en-IN" sz="2800" dirty="0"/>
              <a:t> </a:t>
            </a:r>
            <a:r>
              <a:rPr lang="en-IN" sz="2800" dirty="0" err="1"/>
              <a:t>از</a:t>
            </a:r>
            <a:r>
              <a:rPr lang="en-IN" sz="2800" dirty="0"/>
              <a:t> ۸۰٪ </a:t>
            </a:r>
            <a:r>
              <a:rPr lang="en-IN" sz="2800" dirty="0" err="1"/>
              <a:t>کاهش</a:t>
            </a:r>
            <a:r>
              <a:rPr lang="en-IN" sz="2800" dirty="0"/>
              <a:t> </a:t>
            </a:r>
            <a:r>
              <a:rPr lang="en-IN" sz="2800" dirty="0" err="1"/>
              <a:t>دهد</a:t>
            </a:r>
            <a:r>
              <a:rPr lang="en-IN" sz="2800" dirty="0"/>
              <a:t>.</a:t>
            </a:r>
            <a:br>
              <a:rPr lang="fa-IR" sz="2800" dirty="0"/>
            </a:br>
            <a:br>
              <a:rPr lang="en-IN" sz="2800" dirty="0"/>
            </a:br>
            <a:r>
              <a:rPr lang="en-IN" sz="2800" dirty="0"/>
              <a:t>۳. </a:t>
            </a:r>
            <a:r>
              <a:rPr lang="en-IN" sz="2800" dirty="0" err="1"/>
              <a:t>پاک‌سازی</a:t>
            </a:r>
            <a:r>
              <a:rPr lang="en-IN" sz="2800" dirty="0"/>
              <a:t> </a:t>
            </a:r>
            <a:r>
              <a:rPr lang="en-IN" sz="2800" dirty="0" err="1"/>
              <a:t>داده‌ها</a:t>
            </a:r>
            <a:r>
              <a:rPr lang="en-IN" sz="2800" dirty="0"/>
              <a:t> (Data Cleaning) </a:t>
            </a:r>
            <a:r>
              <a:rPr lang="en-IN" sz="2800" dirty="0" err="1"/>
              <a:t>باید</a:t>
            </a:r>
            <a:r>
              <a:rPr lang="en-IN" sz="2800" dirty="0"/>
              <a:t> </a:t>
            </a:r>
            <a:r>
              <a:rPr lang="en-IN" sz="2800" dirty="0" err="1"/>
              <a:t>گام</a:t>
            </a:r>
            <a:r>
              <a:rPr lang="en-IN" sz="2800" dirty="0"/>
              <a:t> </a:t>
            </a:r>
            <a:r>
              <a:rPr lang="en-IN" sz="2800" dirty="0" err="1"/>
              <a:t>اول</a:t>
            </a:r>
            <a:r>
              <a:rPr lang="en-IN" sz="2800" dirty="0"/>
              <a:t> </a:t>
            </a:r>
            <a:r>
              <a:rPr lang="en-IN" sz="2800" dirty="0" err="1"/>
              <a:t>هر</a:t>
            </a:r>
            <a:r>
              <a:rPr lang="en-IN" sz="2800" dirty="0"/>
              <a:t> </a:t>
            </a:r>
            <a:r>
              <a:rPr lang="en-IN" sz="2800" dirty="0" err="1"/>
              <a:t>پروژهٔ</a:t>
            </a:r>
            <a:r>
              <a:rPr lang="en-IN" sz="2800" dirty="0"/>
              <a:t> </a:t>
            </a:r>
            <a:r>
              <a:rPr lang="en-IN" sz="2800" dirty="0" err="1"/>
              <a:t>علم</a:t>
            </a:r>
            <a:r>
              <a:rPr lang="en-IN" sz="2800" dirty="0"/>
              <a:t> </a:t>
            </a:r>
            <a:r>
              <a:rPr lang="en-IN" sz="2800" dirty="0" err="1"/>
              <a:t>داده</a:t>
            </a:r>
            <a:r>
              <a:rPr lang="en-IN" sz="2800" dirty="0"/>
              <a:t> </a:t>
            </a:r>
            <a:r>
              <a:rPr lang="en-IN" sz="2800" dirty="0" err="1"/>
              <a:t>باشد</a:t>
            </a:r>
            <a:r>
              <a:rPr lang="fa-IR" sz="2800" dirty="0"/>
              <a:t>.</a:t>
            </a:r>
            <a:endParaRPr lang="en-IN" sz="2800" dirty="0"/>
          </a:p>
        </p:txBody>
      </p:sp>
      <p:pic>
        <p:nvPicPr>
          <p:cNvPr id="7" name="Picture 6">
            <a:extLst>
              <a:ext uri="{FF2B5EF4-FFF2-40B4-BE49-F238E27FC236}">
                <a16:creationId xmlns:a16="http://schemas.microsoft.com/office/drawing/2014/main" id="{4CC6DADC-5F5F-13E0-072F-55CEAD3C85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spTree>
    <p:extLst>
      <p:ext uri="{BB962C8B-B14F-4D97-AF65-F5344CB8AC3E}">
        <p14:creationId xmlns:p14="http://schemas.microsoft.com/office/powerpoint/2010/main" val="407536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1024E51-339B-C832-0D37-4B1DF4CE6BF0}"/>
              </a:ext>
            </a:extLst>
          </p:cNvPr>
          <p:cNvSpPr>
            <a:spLocks noGrp="1"/>
          </p:cNvSpPr>
          <p:nvPr>
            <p:ph type="sldNum" sz="quarter" idx="12"/>
          </p:nvPr>
        </p:nvSpPr>
        <p:spPr>
          <a:xfrm>
            <a:off x="10265435" y="5796950"/>
            <a:ext cx="1640364" cy="1061049"/>
          </a:xfrm>
        </p:spPr>
        <p:txBody>
          <a:bodyPr/>
          <a:lstStyle/>
          <a:p>
            <a:fld id="{5E0677F5-4A8A-4BF1-96BE-3BAE8FBAFE2E}" type="slidenum">
              <a:rPr lang="en-US" sz="1800" smtClean="0"/>
              <a:pPr/>
              <a:t>14</a:t>
            </a:fld>
            <a:r>
              <a:rPr lang="fa-IR" sz="1800" dirty="0"/>
              <a:t>15/</a:t>
            </a:r>
            <a:endParaRPr lang="en-US" sz="1800" dirty="0"/>
          </a:p>
        </p:txBody>
      </p:sp>
      <p:sp>
        <p:nvSpPr>
          <p:cNvPr id="6" name="Rectangle 1">
            <a:extLst>
              <a:ext uri="{FF2B5EF4-FFF2-40B4-BE49-F238E27FC236}">
                <a16:creationId xmlns:a16="http://schemas.microsoft.com/office/drawing/2014/main" id="{B4A38619-C301-179D-F62A-8D437547B0FC}"/>
              </a:ext>
            </a:extLst>
          </p:cNvPr>
          <p:cNvSpPr>
            <a:spLocks noGrp="1" noChangeArrowheads="1"/>
          </p:cNvSpPr>
          <p:nvPr>
            <p:ph type="title"/>
          </p:nvPr>
        </p:nvSpPr>
        <p:spPr bwMode="auto">
          <a:xfrm>
            <a:off x="196672" y="2128820"/>
            <a:ext cx="799058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eaLnBrk="0" fontAlgn="base" latinLnBrk="0" hangingPunct="0">
              <a:lnSpc>
                <a:spcPct val="100000"/>
              </a:lnSpc>
              <a:spcBef>
                <a:spcPct val="0"/>
              </a:spcBef>
              <a:spcAft>
                <a:spcPct val="0"/>
              </a:spcAft>
              <a:buClrTx/>
              <a:buSzTx/>
              <a:tabLst/>
            </a:pPr>
            <a:br>
              <a:rPr kumimoji="0" lang="fa-IR" altLang="en-US" sz="1800" b="0" i="0" u="none" strike="noStrike" cap="none" normalizeH="0" baseline="0" dirty="0">
                <a:ln>
                  <a:noFill/>
                </a:ln>
                <a:solidFill>
                  <a:schemeClr val="tx1"/>
                </a:solidFill>
                <a:effectLst/>
                <a:latin typeface="Arial" panose="020B0604020202020204" pitchFamily="34" charset="0"/>
              </a:rPr>
            </a:br>
            <a:br>
              <a:rPr kumimoji="0" lang="fa-IR"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Binance API Documentation</a:t>
            </a:r>
            <a:br>
              <a:rPr kumimoji="0" lang="fa-IR"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Chen, T., &amp; </a:t>
            </a:r>
            <a:r>
              <a:rPr kumimoji="0" lang="en-US" altLang="en-US" sz="1800" b="0" i="0" u="none" strike="noStrike" cap="none" normalizeH="0" baseline="0" dirty="0" err="1">
                <a:ln>
                  <a:noFill/>
                </a:ln>
                <a:solidFill>
                  <a:schemeClr val="tx1"/>
                </a:solidFill>
                <a:effectLst/>
                <a:latin typeface="Arial" panose="020B0604020202020204" pitchFamily="34" charset="0"/>
              </a:rPr>
              <a:t>Guestrin</a:t>
            </a:r>
            <a:r>
              <a:rPr kumimoji="0" lang="en-US" altLang="en-US" sz="1800" b="0" i="0" u="none" strike="noStrike" cap="none" normalizeH="0" baseline="0" dirty="0">
                <a:ln>
                  <a:noFill/>
                </a:ln>
                <a:solidFill>
                  <a:schemeClr val="tx1"/>
                </a:solidFill>
                <a:effectLst/>
                <a:latin typeface="Arial" panose="020B0604020202020204" pitchFamily="34" charset="0"/>
              </a:rPr>
              <a:t>, C. (2016). </a:t>
            </a:r>
            <a:r>
              <a:rPr kumimoji="0" lang="en-US" altLang="en-US" sz="1800" b="0" i="0" u="none" strike="noStrike" cap="none" normalizeH="0" baseline="0" dirty="0" err="1">
                <a:ln>
                  <a:noFill/>
                </a:ln>
                <a:solidFill>
                  <a:schemeClr val="tx1"/>
                </a:solidFill>
                <a:effectLst/>
                <a:latin typeface="Arial" panose="020B0604020202020204" pitchFamily="34" charset="0"/>
              </a:rPr>
              <a:t>XGBoost</a:t>
            </a:r>
            <a:r>
              <a:rPr kumimoji="0" lang="en-US" altLang="en-US" sz="1800" b="0" i="0" u="none" strike="noStrike" cap="none" normalizeH="0" baseline="0" dirty="0">
                <a:ln>
                  <a:noFill/>
                </a:ln>
                <a:solidFill>
                  <a:schemeClr val="tx1"/>
                </a:solidFill>
                <a:effectLst/>
                <a:latin typeface="Arial" panose="020B0604020202020204" pitchFamily="34" charset="0"/>
              </a:rPr>
              <a:t>: A Scalable Tree Boosting System.</a:t>
            </a:r>
            <a:br>
              <a:rPr kumimoji="0" lang="fa-IR"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Scikit-learn: Machine Learning in Python, Pedregosa et al. (2011).</a:t>
            </a:r>
            <a:br>
              <a:rPr kumimoji="0" lang="fa-IR"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fontAlgn="base" hangingPunct="0">
              <a:lnSpc>
                <a:spcPct val="100000"/>
              </a:lnSpc>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Taylor, S. J., &amp; Letham, B. (2018). Forecasting at Scale (Prophet)</a:t>
            </a:r>
            <a:br>
              <a:rPr lang="en-US" altLang="en-US" sz="1800" dirty="0">
                <a:latin typeface="Arial" panose="020B0604020202020204" pitchFamily="34" charset="0"/>
              </a:rPr>
            </a:br>
            <a:br>
              <a:rPr lang="en-US" altLang="en-US" sz="1800" dirty="0">
                <a:latin typeface="Arial" panose="020B0604020202020204" pitchFamily="34" charset="0"/>
              </a:rPr>
            </a:br>
            <a:r>
              <a:rPr lang="en-US" altLang="en-US" sz="1800" dirty="0">
                <a:latin typeface="Arial" panose="020B0604020202020204" pitchFamily="34" charset="0"/>
              </a:rPr>
              <a:t>my repo:</a:t>
            </a:r>
            <a:br>
              <a:rPr lang="en-US" altLang="en-US" sz="1800" dirty="0">
                <a:latin typeface="Arial" panose="020B0604020202020204" pitchFamily="34" charset="0"/>
              </a:rPr>
            </a:br>
            <a:r>
              <a:rPr lang="en-US" altLang="en-US" sz="1800" dirty="0">
                <a:latin typeface="Arial" panose="020B0604020202020204" pitchFamily="34" charset="0"/>
                <a:hlinkClick r:id="rId2"/>
              </a:rPr>
              <a:t>https://github.com/fatemeh231/bitcoin-outlier-impact.git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FD92F790-4371-28DB-268F-98E0BACCC8A9}"/>
              </a:ext>
            </a:extLst>
          </p:cNvPr>
          <p:cNvSpPr txBox="1"/>
          <p:nvPr/>
        </p:nvSpPr>
        <p:spPr>
          <a:xfrm>
            <a:off x="5616469" y="1751162"/>
            <a:ext cx="5469148" cy="646331"/>
          </a:xfrm>
          <a:prstGeom prst="rect">
            <a:avLst/>
          </a:prstGeom>
          <a:noFill/>
        </p:spPr>
        <p:txBody>
          <a:bodyPr wrap="square" rtlCol="0">
            <a:spAutoFit/>
          </a:bodyPr>
          <a:lstStyle/>
          <a:p>
            <a:pPr algn="r" rtl="1"/>
            <a:r>
              <a:rPr lang="fa-IR" sz="3600" dirty="0"/>
              <a:t>منابع</a:t>
            </a:r>
            <a:endParaRPr lang="en-IN" sz="3600" dirty="0"/>
          </a:p>
        </p:txBody>
      </p:sp>
      <p:pic>
        <p:nvPicPr>
          <p:cNvPr id="8" name="Picture 7">
            <a:extLst>
              <a:ext uri="{FF2B5EF4-FFF2-40B4-BE49-F238E27FC236}">
                <a16:creationId xmlns:a16="http://schemas.microsoft.com/office/drawing/2014/main" id="{0B2F03F6-9508-8520-61BE-19B5756088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04115"/>
            <a:ext cx="1053885" cy="1053885"/>
          </a:xfrm>
          <a:prstGeom prst="rect">
            <a:avLst/>
          </a:prstGeom>
        </p:spPr>
      </p:pic>
    </p:spTree>
    <p:extLst>
      <p:ext uri="{BB962C8B-B14F-4D97-AF65-F5344CB8AC3E}">
        <p14:creationId xmlns:p14="http://schemas.microsoft.com/office/powerpoint/2010/main" val="1333223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F3D35-1E31-39B0-4320-F955D07C7701}"/>
              </a:ext>
            </a:extLst>
          </p:cNvPr>
          <p:cNvSpPr>
            <a:spLocks noGrp="1"/>
          </p:cNvSpPr>
          <p:nvPr>
            <p:ph type="title"/>
          </p:nvPr>
        </p:nvSpPr>
        <p:spPr>
          <a:xfrm>
            <a:off x="274320" y="1079500"/>
            <a:ext cx="9387265" cy="2733375"/>
          </a:xfrm>
        </p:spPr>
        <p:txBody>
          <a:bodyPr/>
          <a:lstStyle/>
          <a:p>
            <a:pPr algn="r" rtl="1"/>
            <a:r>
              <a:rPr lang="fa-IR" dirty="0"/>
              <a:t>ممنون از توجه شما</a:t>
            </a:r>
            <a:endParaRPr lang="en-IN" dirty="0"/>
          </a:p>
        </p:txBody>
      </p:sp>
      <p:sp>
        <p:nvSpPr>
          <p:cNvPr id="5" name="Slide Number Placeholder 4">
            <a:extLst>
              <a:ext uri="{FF2B5EF4-FFF2-40B4-BE49-F238E27FC236}">
                <a16:creationId xmlns:a16="http://schemas.microsoft.com/office/drawing/2014/main" id="{29228D15-B354-FA88-457C-9D06BBCC7D77}"/>
              </a:ext>
            </a:extLst>
          </p:cNvPr>
          <p:cNvSpPr>
            <a:spLocks noGrp="1"/>
          </p:cNvSpPr>
          <p:nvPr>
            <p:ph type="sldNum" sz="quarter" idx="12"/>
          </p:nvPr>
        </p:nvSpPr>
        <p:spPr>
          <a:xfrm>
            <a:off x="9230265" y="5900468"/>
            <a:ext cx="2675534" cy="957531"/>
          </a:xfrm>
        </p:spPr>
        <p:txBody>
          <a:bodyPr/>
          <a:lstStyle/>
          <a:p>
            <a:r>
              <a:rPr lang="fa-IR" sz="1800" dirty="0"/>
              <a:t>/15</a:t>
            </a:r>
            <a:fld id="{5E0677F5-4A8A-4BF1-96BE-3BAE8FBAFE2E}" type="slidenum">
              <a:rPr lang="en-US" sz="1800" smtClean="0"/>
              <a:pPr/>
              <a:t>15</a:t>
            </a:fld>
            <a:endParaRPr lang="en-US" sz="1800" dirty="0"/>
          </a:p>
        </p:txBody>
      </p:sp>
      <p:pic>
        <p:nvPicPr>
          <p:cNvPr id="6" name="Picture 5">
            <a:extLst>
              <a:ext uri="{FF2B5EF4-FFF2-40B4-BE49-F238E27FC236}">
                <a16:creationId xmlns:a16="http://schemas.microsoft.com/office/drawing/2014/main" id="{94B3B132-A0D1-555F-9F2C-99ABA8109E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900468"/>
            <a:ext cx="1053885" cy="1053885"/>
          </a:xfrm>
          <a:prstGeom prst="rect">
            <a:avLst/>
          </a:prstGeom>
        </p:spPr>
      </p:pic>
    </p:spTree>
    <p:extLst>
      <p:ext uri="{BB962C8B-B14F-4D97-AF65-F5344CB8AC3E}">
        <p14:creationId xmlns:p14="http://schemas.microsoft.com/office/powerpoint/2010/main" val="1540202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_wac_EF_v6" id="{47884C33-930F-4983-8A90-805F27C1336E}" vid="{C24D1BEE-D710-440D-8162-B32A89E9C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documentManagement>
</p:properties>
</file>

<file path=customXml/itemProps1.xml><?xml version="1.0" encoding="utf-8"?>
<ds:datastoreItem xmlns:ds="http://schemas.openxmlformats.org/officeDocument/2006/customXml" ds:itemID="{5C2D0E46-786A-45D3-8CE5-638765D8BA3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3888480-CF61-459A-B049-2565BF1B6C26}">
  <ds:schemaRefs>
    <ds:schemaRef ds:uri="http://schemas.microsoft.com/sharepoint/v3/contenttype/forms"/>
  </ds:schemaRefs>
</ds:datastoreItem>
</file>

<file path=customXml/itemProps3.xml><?xml version="1.0" encoding="utf-8"?>
<ds:datastoreItem xmlns:ds="http://schemas.openxmlformats.org/officeDocument/2006/customXml" ds:itemID="{DCDFE19F-3BE8-48B3-9B35-A01B9C3497A7}">
  <ds:schemaRefs>
    <ds:schemaRef ds:uri="http://schemas.microsoft.com/office/2006/metadata/properties"/>
    <ds:schemaRef ds:uri="http://purl.org/dc/elements/1.1/"/>
    <ds:schemaRef ds:uri="http://purl.org/dc/dcmitype/"/>
    <ds:schemaRef ds:uri="http://schemas.microsoft.com/office/infopath/2007/PartnerControls"/>
    <ds:schemaRef ds:uri="http://schemas.openxmlformats.org/package/2006/metadata/core-properties"/>
    <ds:schemaRef ds:uri="http://schemas.microsoft.com/sharepoint/v3"/>
    <ds:schemaRef ds:uri="http://www.w3.org/XML/1998/namespace"/>
    <ds:schemaRef ds:uri="http://schemas.microsoft.com/office/2006/documentManagement/types"/>
    <ds:schemaRef ds:uri="71af3243-3dd4-4a8d-8c0d-dd76da1f02a5"/>
    <ds:schemaRef ds:uri="230e9df3-be65-4c73-a93b-d1236ebd677e"/>
    <ds:schemaRef ds:uri="16c05727-aa75-4e4a-9b5f-8a80a1165891"/>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Dark gradient</Template>
  <TotalTime>215</TotalTime>
  <Words>807</Words>
  <Application>Microsoft Office PowerPoint</Application>
  <PresentationFormat>Widescreen</PresentationFormat>
  <Paragraphs>55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Arial Nova Light</vt:lpstr>
      <vt:lpstr>Cambria Math</vt:lpstr>
      <vt:lpstr>Neue Haas Grotesk Text Pro</vt:lpstr>
      <vt:lpstr>Dark Gradient</vt:lpstr>
      <vt:lpstr> حذف داده‌های پرت در مدل‌های پیش‌بینی سری‌های زمانی مالی   نام دانشجو: سیده فاطمه حسینی نسب  نام استاد: استاد شایگان فرد  تاریخ: خرداد ۱۴۰۵  </vt:lpstr>
      <vt:lpstr>فهرست مطالب</vt:lpstr>
      <vt:lpstr> مشکل از مدل ما نیست. مشکل از داده‌های ماست.  1)همه ما در بازارهای مالی به دنبال پیش‌بینی آینده هستیم.  2)هرگاه پیش‌بینی اشتباه می‌شود، اولین واکنش(مدل قوی‌تری می‌خواهم !)              این پژوهش نشان می‌دهد که گاهی یک پاک‌سازی ساده، بهتر از پیچیده‌ترین مدل‌ها عمل می‌کند.  </vt:lpstr>
      <vt:lpstr>داده پرت،یادگیری ماشین ، سری زمانی چیست؟    یادگیری ماشین:     سری زمانی:      داده پرت: </vt:lpstr>
      <vt:lpstr>چگونه یک نقطهٔ پرت، پیش‌بینی را نابود می‌کند؟   مدل تصور می‌کند که این جهش،  یک (روند جدید) است و  پیش‌بینی‌های بعدی را بر اساس  آن می‌سازد.  نتیجه: خطای پیش‌بینی به شدت  افزایش می‌یابد و تصمیم‌گیری مالی  را به خطر می‌اندازد. </vt:lpstr>
      <vt:lpstr>چگونه نقاط پرت را شکار کردیم؟   روش: Z-Score نمرهٔ استاندارد.  فرمول Z=(x-μ)/σ   ما میانگین و انحراف معیار کل قیمت‌ها را حساب کردیم. هر قیمتی که بیش از ۲.۵ انحراف معیار از میانگین فاصله داشت، به عنوان دادهٔ پرت علامت‌گذاری شد.  نقاطی که ∣Z∣&gt;2.5باشند، به عنوان ناهنجاری برچسب خوردند.  </vt:lpstr>
      <vt:lpstr>PowerPoint Presentation</vt:lpstr>
      <vt:lpstr>اینجا از 3 مدل استفاده کرده ایم:  ۱. رگرسیون خطی (Linear Regression): ساده‌ترین مدل، به‌عنوان خط مبنا.  ۲. XGBoost مدل درختی تقویتی، برندهٔ بسیاری از مسابقات علم داده.  ۳. شبکه عصبی MLP پرسپترون چندلایه: یک شبکه عصبی عمیق با دو لایه پنهان.       </vt:lpstr>
      <vt:lpstr>نحوه تفسیر نتایج:  1.استفاده از نمودار خود قیمت  2.استفاده از 3 شاخص:        </vt:lpstr>
      <vt:lpstr>دو سناریو، یک مدل    سناریوی اول )داده کثیف): (هر سه مدل با کل ۱۶۸ کندل (شامل نقاط پرت آموزش دیدند.  سناریوی دوم )داده تمیز)): همان مدل‌ها با ۱۶۵ کندل (پس از حذف ۳ نقطهٔ پرت آموزش دیدند.  معماری و پارامترهای همهٔ مدل‌ها در هر دو سناریو دقیقاً یکسان بود. پیش‌بینی برای هفتهٔ بعد ,۸ تا ۱۴ آگوست انجام شد. </vt:lpstr>
      <vt:lpstr>PowerPoint Presentation</vt:lpstr>
      <vt:lpstr>PowerPoint Presentation</vt:lpstr>
      <vt:lpstr>نتیجه گیری:  ۱. داده‌های پرت می‌توانند بهترین مدل‌ها را فلج کنند.  ۲. یک روش آماری ساده (Z-Score) توانست خطای پیش‌بینی را تا بیش از ۸۰٪ کاهش دهد.  ۳. پاک‌سازی داده‌ها (Data Cleaning) باید گام اول هر پروژهٔ علم داده باشد.</vt:lpstr>
      <vt:lpstr>  Binance API Documentation  Chen, T., &amp; Guestrin, C. (2016). XGBoost: A Scalable Tree Boosting System.  Scikit-learn: Machine Learning in Python, Pedregosa et al. (2011).  Taylor, S. J., &amp; Letham, B. (2018). Forecasting at Scale (Prophet)  my repo: https://github.com/fatemeh231/bitcoin-outlier-impact.git</vt:lpstr>
      <vt:lpstr>ممنون از توجه شما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fatemeh hosseini</dc:creator>
  <cp:lastModifiedBy>fatemeh hosseini</cp:lastModifiedBy>
  <cp:revision>11</cp:revision>
  <dcterms:created xsi:type="dcterms:W3CDTF">2026-06-15T05:44:02Z</dcterms:created>
  <dcterms:modified xsi:type="dcterms:W3CDTF">2026-06-15T09:25:40Z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