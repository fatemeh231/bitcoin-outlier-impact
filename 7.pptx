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3" r:id="rId4"/>
  </p:sldMasterIdLst>
  <p:notesMasterIdLst>
    <p:notesMasterId r:id="rId20"/>
  </p:notesMasterIdLst>
  <p:handoutMasterIdLst>
    <p:handoutMasterId r:id="rId21"/>
  </p:handoutMasterIdLst>
  <p:sldIdLst>
    <p:sldId id="487" r:id="rId5"/>
    <p:sldId id="488" r:id="rId6"/>
    <p:sldId id="489" r:id="rId7"/>
    <p:sldId id="490" r:id="rId8"/>
    <p:sldId id="491" r:id="rId9"/>
    <p:sldId id="492" r:id="rId10"/>
    <p:sldId id="493" r:id="rId11"/>
    <p:sldId id="494" r:id="rId12"/>
    <p:sldId id="495" r:id="rId13"/>
    <p:sldId id="496" r:id="rId14"/>
    <p:sldId id="497" r:id="rId15"/>
    <p:sldId id="498" r:id="rId16"/>
    <p:sldId id="499" r:id="rId17"/>
    <p:sldId id="500" r:id="rId18"/>
    <p:sldId id="501"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10E4221-6F06-64E5-5214-772388C857B5}" name="Elizabeth Feldbruegge (ALLEGIS GROUP HOLDINGS INC)" initials="EF(GHI" userId="S::v-felizabeth@microsoft.com::ba5aea11-28e4-484d-8e49-c15efb1bd2e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DACFC"/>
    <a:srgbClr val="000000"/>
    <a:srgbClr val="FFFFFF"/>
    <a:srgbClr val="37FFF1"/>
    <a:srgbClr val="0B0C12"/>
    <a:srgbClr val="0E0F17"/>
    <a:srgbClr val="020621"/>
    <a:srgbClr val="13131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2" autoAdjust="0"/>
    <p:restoredTop sz="94630"/>
  </p:normalViewPr>
  <p:slideViewPr>
    <p:cSldViewPr snapToGrid="0">
      <p:cViewPr varScale="1">
        <p:scale>
          <a:sx n="62" d="100"/>
          <a:sy n="62" d="100"/>
        </p:scale>
        <p:origin x="840" y="6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092E33C-8E56-15D7-91D9-0C9D51898F3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F84E5C4-3075-2128-3C95-66CDB0C1F39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A2C14BC-9E0B-417D-A4B6-D3A52302FEC1}" type="datetimeFigureOut">
              <a:rPr lang="en-US" smtClean="0"/>
              <a:t>6/15/2026</a:t>
            </a:fld>
            <a:endParaRPr lang="en-US"/>
          </a:p>
        </p:txBody>
      </p:sp>
      <p:sp>
        <p:nvSpPr>
          <p:cNvPr id="4" name="Footer Placeholder 3">
            <a:extLst>
              <a:ext uri="{FF2B5EF4-FFF2-40B4-BE49-F238E27FC236}">
                <a16:creationId xmlns:a16="http://schemas.microsoft.com/office/drawing/2014/main" id="{10EDE216-B0E2-6179-F0CB-DA746C5A105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E76486-0E2A-27D1-56AC-57AF786911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AD3A4AD-A02B-4727-AB32-0630F343D8AA}" type="slidenum">
              <a:rPr lang="en-US" smtClean="0"/>
              <a:t>‹#›</a:t>
            </a:fld>
            <a:endParaRPr lang="en-US"/>
          </a:p>
        </p:txBody>
      </p:sp>
    </p:spTree>
    <p:extLst>
      <p:ext uri="{BB962C8B-B14F-4D97-AF65-F5344CB8AC3E}">
        <p14:creationId xmlns:p14="http://schemas.microsoft.com/office/powerpoint/2010/main" val="270832485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7FB986-3F20-4AE6-9D44-118BB6C2AE02}" type="datetimeFigureOut">
              <a:rPr lang="en-US" smtClean="0"/>
              <a:t>6/15/2026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59575-30D1-4661-8D21-5CF1396340F1}" type="slidenum">
              <a:rPr lang="en-US" smtClean="0"/>
              <a:t>‹#›</a:t>
            </a:fld>
            <a:endParaRPr lang="en-US"/>
          </a:p>
        </p:txBody>
      </p:sp>
    </p:spTree>
    <p:extLst>
      <p:ext uri="{BB962C8B-B14F-4D97-AF65-F5344CB8AC3E}">
        <p14:creationId xmlns:p14="http://schemas.microsoft.com/office/powerpoint/2010/main" val="2691956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6789" y="-1"/>
            <a:ext cx="12192001" cy="6858000"/>
          </a:xfrm>
          <a:blipFill>
            <a:blip r:embed="rId2">
              <a:alphaModFix amt="70000"/>
            </a:blip>
            <a:stretch>
              <a:fillRect/>
            </a:stretch>
          </a:blipFill>
        </p:spPr>
        <p:txBody>
          <a:bodyPr/>
          <a:lstStyle>
            <a:lvl1pPr>
              <a:defRPr/>
            </a:lvl1pPr>
          </a:lstStyle>
          <a:p>
            <a:r>
              <a:rPr lang="en-US" dirty="0"/>
              <a:t>   </a:t>
            </a:r>
          </a:p>
        </p:txBody>
      </p:sp>
      <p:sp>
        <p:nvSpPr>
          <p:cNvPr id="6" name="Title 5">
            <a:extLst>
              <a:ext uri="{FF2B5EF4-FFF2-40B4-BE49-F238E27FC236}">
                <a16:creationId xmlns:a16="http://schemas.microsoft.com/office/drawing/2014/main" id="{F7DA815B-BFAB-3E8D-D7E1-E7F9DE0A7703}"/>
              </a:ext>
            </a:extLst>
          </p:cNvPr>
          <p:cNvSpPr>
            <a:spLocks noGrp="1"/>
          </p:cNvSpPr>
          <p:nvPr>
            <p:ph type="title"/>
          </p:nvPr>
        </p:nvSpPr>
        <p:spPr>
          <a:xfrm>
            <a:off x="0" y="-1"/>
            <a:ext cx="6096000" cy="6857999"/>
          </a:xfrm>
          <a:gradFill>
            <a:gsLst>
              <a:gs pos="86000">
                <a:schemeClr val="accent4">
                  <a:lumMod val="50000"/>
                  <a:alpha val="95000"/>
                </a:schemeClr>
              </a:gs>
              <a:gs pos="100000">
                <a:schemeClr val="bg2">
                  <a:alpha val="90000"/>
                </a:schemeClr>
              </a:gs>
              <a:gs pos="42000">
                <a:srgbClr val="161824">
                  <a:alpha val="20000"/>
                </a:srgbClr>
              </a:gs>
              <a:gs pos="18000">
                <a:schemeClr val="bg2">
                  <a:lumMod val="90000"/>
                  <a:lumOff val="10000"/>
                  <a:alpha val="0"/>
                </a:schemeClr>
              </a:gs>
            </a:gsLst>
            <a:lin ang="11400000" scaled="0"/>
          </a:gradFill>
        </p:spPr>
        <p:txBody>
          <a:bodyPr lIns="365760" tIns="822960" rIns="914400" bIns="2286000" anchor="t"/>
          <a:lstStyle>
            <a:lvl1pPr>
              <a:defRPr sz="5000"/>
            </a:lvl1pPr>
          </a:lstStyle>
          <a:p>
            <a:r>
              <a:rPr lang="en-US"/>
              <a:t>Click to edit Master title style</a:t>
            </a:r>
            <a:endParaRPr lang="en-US" dirty="0"/>
          </a:p>
        </p:txBody>
      </p:sp>
      <p:sp>
        <p:nvSpPr>
          <p:cNvPr id="15" name="Subtitle 2">
            <a:extLst>
              <a:ext uri="{FF2B5EF4-FFF2-40B4-BE49-F238E27FC236}">
                <a16:creationId xmlns:a16="http://schemas.microsoft.com/office/drawing/2014/main" id="{57758407-B9B8-FC90-BBF1-B9013F196E21}"/>
              </a:ext>
            </a:extLst>
          </p:cNvPr>
          <p:cNvSpPr>
            <a:spLocks noGrp="1"/>
          </p:cNvSpPr>
          <p:nvPr>
            <p:ph type="subTitle" idx="1"/>
          </p:nvPr>
        </p:nvSpPr>
        <p:spPr>
          <a:xfrm>
            <a:off x="0" y="2401889"/>
            <a:ext cx="6096000" cy="4456112"/>
          </a:xfrm>
          <a:gradFill>
            <a:gsLst>
              <a:gs pos="35000">
                <a:schemeClr val="bg2">
                  <a:alpha val="32000"/>
                </a:schemeClr>
              </a:gs>
              <a:gs pos="56000">
                <a:schemeClr val="accent6">
                  <a:alpha val="0"/>
                </a:schemeClr>
              </a:gs>
              <a:gs pos="8000">
                <a:schemeClr val="bg2"/>
              </a:gs>
              <a:gs pos="22000">
                <a:schemeClr val="bg2">
                  <a:alpha val="67000"/>
                </a:schemeClr>
              </a:gs>
            </a:gsLst>
            <a:path path="circle">
              <a:fillToRect t="100000" r="100000"/>
            </a:path>
          </a:gradFill>
        </p:spPr>
        <p:txBody>
          <a:bodyPr vert="horz" lIns="393192" tIns="457200" rIns="274320" bIns="731520" rtlCol="0" anchor="b">
            <a:normAutofit/>
          </a:bodyPr>
          <a:lstStyle>
            <a:lvl1pPr marL="0" indent="0">
              <a:buNone/>
              <a:defRPr lang="en-US" sz="1400" dirty="0"/>
            </a:lvl1pPr>
          </a:lstStyle>
          <a:p>
            <a:pPr lvl="0"/>
            <a:r>
              <a:rPr lang="en-US"/>
              <a:t>Click to edit Master subtitle style</a:t>
            </a:r>
            <a:endParaRPr lang="en-US" dirty="0"/>
          </a:p>
        </p:txBody>
      </p:sp>
      <p:sp>
        <p:nvSpPr>
          <p:cNvPr id="11" name="Date Placeholder 10">
            <a:extLst>
              <a:ext uri="{FF2B5EF4-FFF2-40B4-BE49-F238E27FC236}">
                <a16:creationId xmlns:a16="http://schemas.microsoft.com/office/drawing/2014/main" id="{A03BE6F4-76AC-1913-6858-8449FC30A22C}"/>
              </a:ext>
            </a:extLst>
          </p:cNvPr>
          <p:cNvSpPr>
            <a:spLocks noGrp="1"/>
          </p:cNvSpPr>
          <p:nvPr>
            <p:ph type="dt" sz="half" idx="14"/>
          </p:nvPr>
        </p:nvSpPr>
        <p:spPr/>
        <p:txBody>
          <a:bodyPr/>
          <a:lstStyle/>
          <a:p>
            <a:fld id="{7DA2CEDE-2AB4-4FB8-9551-E0AA4222B1A3}" type="datetime1">
              <a:rPr lang="en-US" smtClean="0"/>
              <a:t>6/15/2026</a:t>
            </a:fld>
            <a:endParaRPr lang="en-US" dirty="0"/>
          </a:p>
        </p:txBody>
      </p:sp>
      <p:sp>
        <p:nvSpPr>
          <p:cNvPr id="12" name="Footer Placeholder 11">
            <a:extLst>
              <a:ext uri="{FF2B5EF4-FFF2-40B4-BE49-F238E27FC236}">
                <a16:creationId xmlns:a16="http://schemas.microsoft.com/office/drawing/2014/main" id="{3A959F0E-1234-A029-DD14-0642D1457559}"/>
              </a:ext>
            </a:extLst>
          </p:cNvPr>
          <p:cNvSpPr>
            <a:spLocks noGrp="1"/>
          </p:cNvSpPr>
          <p:nvPr>
            <p:ph type="ftr" sz="quarter" idx="15"/>
          </p:nvPr>
        </p:nvSpPr>
        <p:spPr/>
        <p:txBody>
          <a:bodyPr/>
          <a:lstStyle/>
          <a:p>
            <a:r>
              <a:rPr lang="en-US"/>
              <a:t>Sample Footer Text</a:t>
            </a:r>
          </a:p>
        </p:txBody>
      </p:sp>
      <p:sp>
        <p:nvSpPr>
          <p:cNvPr id="14" name="Slide Number Placeholder 13">
            <a:extLst>
              <a:ext uri="{FF2B5EF4-FFF2-40B4-BE49-F238E27FC236}">
                <a16:creationId xmlns:a16="http://schemas.microsoft.com/office/drawing/2014/main" id="{42107F04-5566-3CCB-8B23-B8B3ECBA5457}"/>
              </a:ext>
            </a:extLst>
          </p:cNvPr>
          <p:cNvSpPr>
            <a:spLocks noGrp="1"/>
          </p:cNvSpPr>
          <p:nvPr>
            <p:ph type="sldNum" sz="quarter" idx="16"/>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3127488414"/>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22282"/>
            <a:ext cx="9830017" cy="731520"/>
          </a:xfrm>
        </p:spPr>
        <p:txBody>
          <a:bodyPr anchor="b">
            <a:normAutofit/>
          </a:bodyPr>
          <a:lstStyle>
            <a:lvl1pPr>
              <a:defRPr sz="28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80EE6BAA-0080-49BB-A5F6-D96B22DFE410}" type="datetime1">
              <a:rPr lang="en-US" smtClean="0"/>
              <a:t>6/15/2026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2" y="2011680"/>
            <a:ext cx="11402568"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F14132CA-3777-075A-ECC4-B9DEFA9B3CEB}"/>
              </a:ext>
            </a:extLst>
          </p:cNvPr>
          <p:cNvCxnSpPr>
            <a:cxnSpLocks/>
          </p:cNvCxnSpPr>
          <p:nvPr/>
        </p:nvCxnSpPr>
        <p:spPr>
          <a:xfrm flipH="1">
            <a:off x="394716" y="170483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87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2">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6858000"/>
          </a:xfrm>
          <a:blipFill>
            <a:blip r:embed="rId2">
              <a:alphaModFix amt="70000"/>
            </a:blip>
            <a:stretch>
              <a:fillRect l="1" r="-18789"/>
            </a:stretch>
          </a:blipFill>
        </p:spPr>
        <p:txBody>
          <a:bodyPr/>
          <a:lstStyle>
            <a:lvl1pPr>
              <a:defRPr/>
            </a:lvl1pPr>
          </a:lstStyle>
          <a:p>
            <a:r>
              <a:rPr lang="en-US" dirty="0"/>
              <a:t>   </a:t>
            </a:r>
          </a:p>
        </p:txBody>
      </p:sp>
      <p:sp>
        <p:nvSpPr>
          <p:cNvPr id="5" name="Title 4">
            <a:extLst>
              <a:ext uri="{FF2B5EF4-FFF2-40B4-BE49-F238E27FC236}">
                <a16:creationId xmlns:a16="http://schemas.microsoft.com/office/drawing/2014/main" id="{DD95CC36-AD95-97AF-0B3C-4CA25FF5420C}"/>
              </a:ext>
            </a:extLst>
          </p:cNvPr>
          <p:cNvSpPr>
            <a:spLocks noGrp="1"/>
          </p:cNvSpPr>
          <p:nvPr>
            <p:ph type="title"/>
          </p:nvPr>
        </p:nvSpPr>
        <p:spPr>
          <a:xfrm>
            <a:off x="0" y="3671046"/>
            <a:ext cx="12188952" cy="3186953"/>
          </a:xfrm>
          <a:gradFill>
            <a:gsLst>
              <a:gs pos="56000">
                <a:schemeClr val="bg2">
                  <a:alpha val="71000"/>
                </a:schemeClr>
              </a:gs>
              <a:gs pos="82000">
                <a:schemeClr val="bg2"/>
              </a:gs>
              <a:gs pos="16000">
                <a:schemeClr val="accent4">
                  <a:alpha val="0"/>
                </a:schemeClr>
              </a:gs>
            </a:gsLst>
            <a:lin ang="5400000" scaled="0"/>
          </a:gradFill>
        </p:spPr>
        <p:txBody>
          <a:bodyPr lIns="365760" tIns="91440" rIns="457200" bIns="1005840"/>
          <a:lstStyle>
            <a:lvl1pPr>
              <a:defRPr sz="5000"/>
            </a:lvl1pPr>
          </a:lstStyle>
          <a:p>
            <a:r>
              <a:rPr lang="en-US"/>
              <a:t>Click to edit Master title style</a:t>
            </a:r>
            <a:endParaRPr lang="en-US" dirty="0"/>
          </a:p>
        </p:txBody>
      </p:sp>
      <p:sp>
        <p:nvSpPr>
          <p:cNvPr id="14" name="Subtitle 2">
            <a:extLst>
              <a:ext uri="{FF2B5EF4-FFF2-40B4-BE49-F238E27FC236}">
                <a16:creationId xmlns:a16="http://schemas.microsoft.com/office/drawing/2014/main" id="{E3BCE92C-E876-D640-79C7-9E2EE54A7517}"/>
              </a:ext>
            </a:extLst>
          </p:cNvPr>
          <p:cNvSpPr>
            <a:spLocks noGrp="1"/>
          </p:cNvSpPr>
          <p:nvPr>
            <p:ph type="subTitle" idx="1"/>
          </p:nvPr>
        </p:nvSpPr>
        <p:spPr>
          <a:xfrm>
            <a:off x="0" y="5770529"/>
            <a:ext cx="12192000" cy="1087471"/>
          </a:xfrm>
          <a:gradFill>
            <a:gsLst>
              <a:gs pos="29000">
                <a:schemeClr val="bg2">
                  <a:alpha val="0"/>
                </a:schemeClr>
              </a:gs>
              <a:gs pos="47000">
                <a:schemeClr val="accent4">
                  <a:lumMod val="50000"/>
                  <a:alpha val="0"/>
                </a:schemeClr>
              </a:gs>
              <a:gs pos="100000">
                <a:schemeClr val="accent3">
                  <a:lumMod val="60000"/>
                  <a:lumOff val="40000"/>
                </a:schemeClr>
              </a:gs>
            </a:gsLst>
            <a:lin ang="5160000" scaled="0"/>
          </a:gradFill>
        </p:spPr>
        <p:txBody>
          <a:bodyPr vert="horz" lIns="393192" tIns="457200" rIns="274320" bIns="731520" rtlCol="0" anchor="b">
            <a:noAutofit/>
          </a:bodyPr>
          <a:lstStyle>
            <a:lvl1pPr marL="0" indent="0">
              <a:buNone/>
              <a:defRPr lang="en-US" sz="1400" dirty="0"/>
            </a:lvl1pPr>
          </a:lstStyle>
          <a:p>
            <a:pPr lvl="0"/>
            <a:r>
              <a:rPr lang="en-US"/>
              <a:t>Click to edit Master subtitle style</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301752" y="210312"/>
            <a:ext cx="3447355" cy="365760"/>
          </a:xfrm>
        </p:spPr>
        <p:txBody>
          <a:bodyPr/>
          <a:lstStyle/>
          <a:p>
            <a:fld id="{21560963-1EEA-4BDE-8FF9-3FEE13B5D43C}" type="datetime1">
              <a:rPr lang="en-US" smtClean="0"/>
              <a:t>6/15/2026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093201" y="210312"/>
            <a:ext cx="2181351"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48687" y="210312"/>
            <a:ext cx="448805" cy="36576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948820445"/>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3">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92000" cy="6858000"/>
          </a:xfrm>
          <a:blipFill>
            <a:blip r:embed="rId2">
              <a:alphaModFix amt="70000"/>
            </a:blip>
            <a:stretch>
              <a:fillRect l="-2" t="-1" b="-19091"/>
            </a:stretch>
          </a:blipFill>
        </p:spPr>
        <p:txBody>
          <a:bodyPr/>
          <a:lstStyle>
            <a:lvl1pPr>
              <a:defRPr/>
            </a:lvl1pPr>
          </a:lstStyle>
          <a:p>
            <a:r>
              <a:rPr lang="en-US" dirty="0"/>
              <a:t>   </a:t>
            </a:r>
          </a:p>
        </p:txBody>
      </p:sp>
      <p:sp>
        <p:nvSpPr>
          <p:cNvPr id="10" name="Title 9">
            <a:extLst>
              <a:ext uri="{FF2B5EF4-FFF2-40B4-BE49-F238E27FC236}">
                <a16:creationId xmlns:a16="http://schemas.microsoft.com/office/drawing/2014/main" id="{D35AE1E4-9BA4-415B-370F-31BCBBC952D7}"/>
              </a:ext>
            </a:extLst>
          </p:cNvPr>
          <p:cNvSpPr>
            <a:spLocks noGrp="1"/>
          </p:cNvSpPr>
          <p:nvPr>
            <p:ph type="title"/>
          </p:nvPr>
        </p:nvSpPr>
        <p:spPr>
          <a:xfrm>
            <a:off x="6096000" y="-1"/>
            <a:ext cx="6096000" cy="6857999"/>
          </a:xfrm>
          <a:gradFill>
            <a:gsLst>
              <a:gs pos="100000">
                <a:schemeClr val="bg2">
                  <a:alpha val="90000"/>
                </a:schemeClr>
              </a:gs>
              <a:gs pos="34000">
                <a:srgbClr val="061F7B">
                  <a:alpha val="5000"/>
                  <a:lumMod val="74000"/>
                </a:srgbClr>
              </a:gs>
              <a:gs pos="15000">
                <a:schemeClr val="accent1">
                  <a:lumMod val="75000"/>
                  <a:alpha val="0"/>
                </a:schemeClr>
              </a:gs>
            </a:gsLst>
            <a:lin ang="600000" scaled="0"/>
          </a:gradFill>
          <a:ln>
            <a:solidFill>
              <a:schemeClr val="tx1"/>
            </a:solidFill>
          </a:ln>
        </p:spPr>
        <p:txBody>
          <a:bodyPr lIns="1600200" tIns="822960" rIns="274320" bIns="457200" anchor="t"/>
          <a:lstStyle>
            <a:lvl1pPr>
              <a:defRPr sz="4200"/>
            </a:lvl1pPr>
          </a:lstStyle>
          <a:p>
            <a:r>
              <a:rPr lang="en-US"/>
              <a:t>Click to edit Master title style</a:t>
            </a:r>
            <a:endParaRPr lang="en-US" dirty="0"/>
          </a:p>
        </p:txBody>
      </p:sp>
      <p:sp>
        <p:nvSpPr>
          <p:cNvPr id="5" name="Subtitle 2">
            <a:extLst>
              <a:ext uri="{FF2B5EF4-FFF2-40B4-BE49-F238E27FC236}">
                <a16:creationId xmlns:a16="http://schemas.microsoft.com/office/drawing/2014/main" id="{D54B625A-114F-C2DE-F195-EF26EC052662}"/>
              </a:ext>
            </a:extLst>
          </p:cNvPr>
          <p:cNvSpPr>
            <a:spLocks noGrp="1"/>
          </p:cNvSpPr>
          <p:nvPr>
            <p:ph type="subTitle" idx="1"/>
          </p:nvPr>
        </p:nvSpPr>
        <p:spPr>
          <a:xfrm>
            <a:off x="5002306" y="4231338"/>
            <a:ext cx="7189694" cy="2626661"/>
          </a:xfrm>
          <a:gradFill>
            <a:gsLst>
              <a:gs pos="63000">
                <a:schemeClr val="accent5">
                  <a:lumMod val="75000"/>
                  <a:alpha val="0"/>
                </a:schemeClr>
              </a:gs>
              <a:gs pos="100000">
                <a:schemeClr val="accent3">
                  <a:lumMod val="60000"/>
                  <a:lumOff val="40000"/>
                  <a:alpha val="69000"/>
                </a:schemeClr>
              </a:gs>
              <a:gs pos="13000">
                <a:schemeClr val="bg2">
                  <a:alpha val="0"/>
                </a:schemeClr>
              </a:gs>
            </a:gsLst>
            <a:lin ang="4200000" scaled="0"/>
          </a:gradFill>
        </p:spPr>
        <p:txBody>
          <a:bodyPr vert="horz" lIns="2743200" tIns="640080" rIns="457200" bIns="731520" rtlCol="0" anchor="b">
            <a:normAutofit/>
          </a:bodyPr>
          <a:lstStyle>
            <a:lvl1pPr marL="0" indent="0">
              <a:buNone/>
              <a:defRPr lang="en-US" sz="1400" dirty="0"/>
            </a:lvl1pPr>
          </a:lstStyle>
          <a:p>
            <a:pPr lvl="0"/>
            <a:r>
              <a:rPr lang="en-US"/>
              <a:t>Click to edit Master subtitle style</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7620000" y="210312"/>
            <a:ext cx="1473201" cy="365760"/>
          </a:xfrm>
        </p:spPr>
        <p:txBody>
          <a:bodyPr/>
          <a:lstStyle/>
          <a:p>
            <a:fld id="{21560963-1EEA-4BDE-8FF9-3FEE13B5D43C}" type="datetime1">
              <a:rPr lang="en-US" smtClean="0"/>
              <a:t>6/15/2026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164921" y="210312"/>
            <a:ext cx="2181351"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47711" y="210312"/>
            <a:ext cx="448805" cy="36576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4232864187"/>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4">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69146C6-F597-C006-1822-297853281771}"/>
              </a:ext>
            </a:extLst>
          </p:cNvPr>
          <p:cNvSpPr/>
          <p:nvPr/>
        </p:nvSpPr>
        <p:spPr>
          <a:xfrm rot="16200000" flipH="1">
            <a:off x="1300007" y="3732960"/>
            <a:ext cx="1825034" cy="4425045"/>
          </a:xfrm>
          <a:prstGeom prst="rect">
            <a:avLst/>
          </a:prstGeom>
          <a:gradFill flip="none" rotWithShape="1">
            <a:gsLst>
              <a:gs pos="56000">
                <a:schemeClr val="bg1">
                  <a:alpha val="0"/>
                </a:schemeClr>
              </a:gs>
              <a:gs pos="100000">
                <a:schemeClr val="accent6">
                  <a:alpha val="70000"/>
                </a:schemeClr>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B08893D-F42F-F8AC-E751-618878BDB5EE}"/>
              </a:ext>
            </a:extLst>
          </p:cNvPr>
          <p:cNvSpPr/>
          <p:nvPr/>
        </p:nvSpPr>
        <p:spPr>
          <a:xfrm rot="10800000">
            <a:off x="0" y="-4"/>
            <a:ext cx="4572000" cy="1825033"/>
          </a:xfrm>
          <a:prstGeom prst="rect">
            <a:avLst/>
          </a:prstGeom>
          <a:gradFill>
            <a:gsLst>
              <a:gs pos="61000">
                <a:schemeClr val="bg2">
                  <a:alpha val="0"/>
                </a:schemeClr>
              </a:gs>
              <a:gs pos="100000">
                <a:schemeClr val="accent1">
                  <a:lumMod val="75000"/>
                  <a:alpha val="85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7">
            <a:extLst>
              <a:ext uri="{FF2B5EF4-FFF2-40B4-BE49-F238E27FC236}">
                <a16:creationId xmlns:a16="http://schemas.microsoft.com/office/drawing/2014/main" id="{7268A13E-E2FC-935E-9D1B-2CA406D562F9}"/>
              </a:ext>
            </a:extLst>
          </p:cNvPr>
          <p:cNvSpPr>
            <a:spLocks noGrp="1"/>
          </p:cNvSpPr>
          <p:nvPr>
            <p:ph type="title"/>
          </p:nvPr>
        </p:nvSpPr>
        <p:spPr>
          <a:xfrm>
            <a:off x="268722" y="906109"/>
            <a:ext cx="3620078" cy="3445173"/>
          </a:xfrm>
        </p:spPr>
        <p:txBody>
          <a:bodyPr anchor="t">
            <a:normAutofit/>
          </a:bodyPr>
          <a:lstStyle>
            <a:lvl1pPr>
              <a:defRPr sz="3600"/>
            </a:lvl1pPr>
          </a:lstStyle>
          <a:p>
            <a:r>
              <a:rPr lang="en-US"/>
              <a:t>Click to edit Master title style</a:t>
            </a:r>
            <a:endParaRPr lang="en-US" dirty="0"/>
          </a:p>
        </p:txBody>
      </p:sp>
      <p:sp>
        <p:nvSpPr>
          <p:cNvPr id="10" name="Subtitle 2">
            <a:extLst>
              <a:ext uri="{FF2B5EF4-FFF2-40B4-BE49-F238E27FC236}">
                <a16:creationId xmlns:a16="http://schemas.microsoft.com/office/drawing/2014/main" id="{51C95713-168A-6692-3C97-A85B41C1AAE4}"/>
              </a:ext>
            </a:extLst>
          </p:cNvPr>
          <p:cNvSpPr>
            <a:spLocks noGrp="1"/>
          </p:cNvSpPr>
          <p:nvPr>
            <p:ph type="subTitle" idx="1"/>
          </p:nvPr>
        </p:nvSpPr>
        <p:spPr>
          <a:xfrm>
            <a:off x="268722" y="5473037"/>
            <a:ext cx="3521018" cy="880873"/>
          </a:xfrm>
          <a:noFill/>
        </p:spPr>
        <p:txBody>
          <a:bodyPr vert="horz" lIns="91440" tIns="45720" rIns="91440" bIns="45720" rtlCol="0" anchor="b">
            <a:noAutofit/>
          </a:bodyPr>
          <a:lstStyle>
            <a:lvl1pPr marL="0" indent="0">
              <a:buNone/>
              <a:defRPr lang="en-US" sz="16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268722" y="210114"/>
            <a:ext cx="2360128" cy="365760"/>
          </a:xfrm>
        </p:spPr>
        <p:txBody>
          <a:bodyPr/>
          <a:lstStyle/>
          <a:p>
            <a:r>
              <a:rPr lang="en-US"/>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2645216" y="210114"/>
            <a:ext cx="1005840" cy="365760"/>
          </a:xfrm>
        </p:spPr>
        <p:txBody>
          <a:bodyPr/>
          <a:lstStyle/>
          <a:p>
            <a:fld id="{BCA7961A-B010-49E0-A3F6-1ED7ACF29013}" type="datetime1">
              <a:rPr lang="en-US" smtClean="0"/>
              <a:t>6/15/2026</a:t>
            </a:fld>
            <a:endParaRPr lang="en-US"/>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a:xfrm>
            <a:off x="3760180" y="210114"/>
            <a:ext cx="495299" cy="365760"/>
          </a:xfrm>
        </p:spPr>
        <p:txBody>
          <a:bodyPr/>
          <a:lstStyle/>
          <a:p>
            <a:fld id="{5E0677F5-4A8A-4BF1-96BE-3BAE8FBAFE2E}" type="slidenum">
              <a:rPr lang="en-US" smtClean="0"/>
              <a:t>‹#›</a:t>
            </a:fld>
            <a:endParaRPr lang="en-US"/>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4572000" y="0"/>
            <a:ext cx="7620000" cy="6858000"/>
          </a:xfrm>
          <a:blipFill>
            <a:blip r:embed="rId2">
              <a:alphaModFix amt="70000"/>
            </a:blip>
            <a:stretch>
              <a:fillRect/>
            </a:stretch>
          </a:blipFill>
        </p:spPr>
        <p:txBody>
          <a:bodyPr/>
          <a:lstStyle>
            <a:lvl1pPr>
              <a:defRPr/>
            </a:lvl1pPr>
          </a:lstStyle>
          <a:p>
            <a:r>
              <a:rPr lang="en-US" dirty="0"/>
              <a:t>   </a:t>
            </a:r>
          </a:p>
        </p:txBody>
      </p:sp>
    </p:spTree>
    <p:extLst>
      <p:ext uri="{BB962C8B-B14F-4D97-AF65-F5344CB8AC3E}">
        <p14:creationId xmlns:p14="http://schemas.microsoft.com/office/powerpoint/2010/main" val="22615681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5">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6A8D131-CBCA-5C49-BC11-F46A79A7B14C}"/>
              </a:ext>
            </a:extLst>
          </p:cNvPr>
          <p:cNvSpPr/>
          <p:nvPr/>
        </p:nvSpPr>
        <p:spPr>
          <a:xfrm rot="16200000" flipH="1">
            <a:off x="376872" y="-386654"/>
            <a:ext cx="6858000" cy="7631304"/>
          </a:xfrm>
          <a:prstGeom prst="rect">
            <a:avLst/>
          </a:prstGeom>
          <a:gradFill flip="none" rotWithShape="1">
            <a:gsLst>
              <a:gs pos="0">
                <a:schemeClr val="accent1">
                  <a:lumMod val="75000"/>
                </a:schemeClr>
              </a:gs>
              <a:gs pos="35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64BBC73-2B54-D426-37D1-91554AB6280D}"/>
              </a:ext>
            </a:extLst>
          </p:cNvPr>
          <p:cNvSpPr/>
          <p:nvPr/>
        </p:nvSpPr>
        <p:spPr>
          <a:xfrm rot="5400000">
            <a:off x="4174854" y="-1144323"/>
            <a:ext cx="3842298" cy="12191994"/>
          </a:xfrm>
          <a:prstGeom prst="rect">
            <a:avLst/>
          </a:prstGeom>
          <a:gradFill>
            <a:gsLst>
              <a:gs pos="0">
                <a:schemeClr val="accent3">
                  <a:lumMod val="50000"/>
                </a:schemeClr>
              </a:gs>
              <a:gs pos="48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Rectangle 5">
            <a:extLst>
              <a:ext uri="{FF2B5EF4-FFF2-40B4-BE49-F238E27FC236}">
                <a16:creationId xmlns:a16="http://schemas.microsoft.com/office/drawing/2014/main" id="{E2267C95-ECBD-88E5-88AE-67841646FC78}"/>
              </a:ext>
              <a:ext uri="{C183D7F6-B498-43B3-948B-1728B52AA6E4}">
                <adec:decorative xmlns:adec="http://schemas.microsoft.com/office/drawing/2017/decorative" val="1"/>
              </a:ext>
            </a:extLst>
          </p:cNvPr>
          <p:cNvSpPr/>
          <p:nvPr/>
        </p:nvSpPr>
        <p:spPr>
          <a:xfrm flipH="1">
            <a:off x="2756015" y="0"/>
            <a:ext cx="4875297" cy="6850173"/>
          </a:xfrm>
          <a:prstGeom prst="rect">
            <a:avLst/>
          </a:prstGeom>
          <a:gradFill flip="none" rotWithShape="1">
            <a:gsLst>
              <a:gs pos="19000">
                <a:schemeClr val="bg2"/>
              </a:gs>
              <a:gs pos="49000">
                <a:schemeClr val="accent6">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Title 12">
            <a:extLst>
              <a:ext uri="{FF2B5EF4-FFF2-40B4-BE49-F238E27FC236}">
                <a16:creationId xmlns:a16="http://schemas.microsoft.com/office/drawing/2014/main" id="{AC3C9A42-36FA-B347-AD02-B9A12C8D9EAF}"/>
              </a:ext>
            </a:extLst>
          </p:cNvPr>
          <p:cNvSpPr>
            <a:spLocks noGrp="1"/>
          </p:cNvSpPr>
          <p:nvPr>
            <p:ph type="title"/>
          </p:nvPr>
        </p:nvSpPr>
        <p:spPr>
          <a:xfrm>
            <a:off x="272779" y="1135378"/>
            <a:ext cx="5676921" cy="2163626"/>
          </a:xfrm>
        </p:spPr>
        <p:txBody>
          <a:bodyPr anchor="t"/>
          <a:lstStyle>
            <a:lvl1pPr>
              <a:defRPr sz="5000"/>
            </a:lvl1pPr>
          </a:lstStyle>
          <a:p>
            <a:r>
              <a:rPr lang="en-US"/>
              <a:t>Click to edit Master title style</a:t>
            </a:r>
          </a:p>
        </p:txBody>
      </p:sp>
      <p:sp>
        <p:nvSpPr>
          <p:cNvPr id="15" name="Subtitle 2">
            <a:extLst>
              <a:ext uri="{FF2B5EF4-FFF2-40B4-BE49-F238E27FC236}">
                <a16:creationId xmlns:a16="http://schemas.microsoft.com/office/drawing/2014/main" id="{E1DB729E-19D6-E1D5-DB31-89E9DF5D4004}"/>
              </a:ext>
            </a:extLst>
          </p:cNvPr>
          <p:cNvSpPr>
            <a:spLocks noGrp="1"/>
          </p:cNvSpPr>
          <p:nvPr>
            <p:ph type="subTitle" idx="1"/>
          </p:nvPr>
        </p:nvSpPr>
        <p:spPr>
          <a:xfrm>
            <a:off x="301752" y="4774541"/>
            <a:ext cx="4875296" cy="1591058"/>
          </a:xfrm>
          <a:noFill/>
        </p:spPr>
        <p:txBody>
          <a:bodyPr vert="horz" lIns="91440" tIns="45720" rIns="91440" bIns="45720" rtlCol="0" anchor="b">
            <a:noAutofit/>
          </a:bodyPr>
          <a:lstStyle>
            <a:lvl1pPr marL="0" indent="0">
              <a:buNone/>
              <a:defRPr lang="en-US" sz="1600" dirty="0"/>
            </a:lvl1pPr>
          </a:lstStyle>
          <a:p>
            <a:pPr lvl="0"/>
            <a:r>
              <a:rPr lang="en-US"/>
              <a:t>Click to edit Master subtitle style</a:t>
            </a:r>
            <a:endParaRPr lang="en-US" dirty="0"/>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a:xfrm>
            <a:off x="301752" y="210114"/>
            <a:ext cx="2509284" cy="365760"/>
          </a:xfrm>
        </p:spPr>
        <p:txBody>
          <a:bodyPr/>
          <a:lstStyle/>
          <a:p>
            <a:r>
              <a:rPr lang="en-US"/>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210114"/>
            <a:ext cx="2153412" cy="365760"/>
          </a:xfrm>
        </p:spPr>
        <p:txBody>
          <a:bodyPr/>
          <a:lstStyle/>
          <a:p>
            <a:fld id="{9458DF63-6CB9-404F-8464-DF813E7A7B12}" type="datetime1">
              <a:rPr lang="en-US" smtClean="0"/>
              <a:t>6/15/2026</a:t>
            </a:fld>
            <a:endParaRPr lang="en-US"/>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210114"/>
            <a:ext cx="493776" cy="365760"/>
          </a:xfrm>
        </p:spPr>
        <p:txBody>
          <a:bodyPr/>
          <a:lstStyle/>
          <a:p>
            <a:fld id="{5E0677F5-4A8A-4BF1-96BE-3BAE8FBAFE2E}" type="slidenum">
              <a:rPr lang="en-US" smtClean="0"/>
              <a:t>‹#›</a:t>
            </a:fld>
            <a:endParaRPr lang="en-US"/>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621524" y="0"/>
            <a:ext cx="4570476" cy="6858000"/>
          </a:xfrm>
          <a:blipFill>
            <a:blip r:embed="rId2">
              <a:alphaModFix amt="70000"/>
            </a:blip>
            <a:stretch>
              <a:fillRect/>
            </a:stretch>
          </a:blipFill>
        </p:spPr>
        <p:txBody>
          <a:bodyPr/>
          <a:lstStyle>
            <a:lvl1pPr>
              <a:defRPr/>
            </a:lvl1pPr>
          </a:lstStyle>
          <a:p>
            <a:r>
              <a:rPr lang="en-US" dirty="0"/>
              <a:t>   </a:t>
            </a:r>
          </a:p>
        </p:txBody>
      </p:sp>
      <p:cxnSp>
        <p:nvCxnSpPr>
          <p:cNvPr id="7" name="Straight Connector 6">
            <a:extLst>
              <a:ext uri="{FF2B5EF4-FFF2-40B4-BE49-F238E27FC236}">
                <a16:creationId xmlns:a16="http://schemas.microsoft.com/office/drawing/2014/main" id="{3B3541FD-375E-9F25-9D6E-2C93D6A17135}"/>
              </a:ext>
            </a:extLst>
          </p:cNvPr>
          <p:cNvCxnSpPr>
            <a:cxnSpLocks/>
          </p:cNvCxnSpPr>
          <p:nvPr userDrawn="1"/>
        </p:nvCxnSpPr>
        <p:spPr>
          <a:xfrm flipH="1">
            <a:off x="398166" y="762000"/>
            <a:ext cx="669969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947980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with Picture 6">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66C36F6-3968-40FA-37EA-155D2BE42AD1}"/>
              </a:ext>
            </a:extLst>
          </p:cNvPr>
          <p:cNvSpPr/>
          <p:nvPr/>
        </p:nvSpPr>
        <p:spPr>
          <a:xfrm>
            <a:off x="-2754" y="5254619"/>
            <a:ext cx="12188952" cy="1603381"/>
          </a:xfrm>
          <a:prstGeom prst="rect">
            <a:avLst/>
          </a:prstGeom>
          <a:gradFill>
            <a:gsLst>
              <a:gs pos="62000">
                <a:schemeClr val="accent6">
                  <a:lumMod val="50000"/>
                  <a:alpha val="0"/>
                </a:schemeClr>
              </a:gs>
              <a:gs pos="100000">
                <a:schemeClr val="accent4">
                  <a:alpha val="8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B63A348-0551-47A0-DA50-F560E4EC6794}"/>
              </a:ext>
            </a:extLst>
          </p:cNvPr>
          <p:cNvSpPr/>
          <p:nvPr/>
        </p:nvSpPr>
        <p:spPr>
          <a:xfrm>
            <a:off x="1430867" y="4492679"/>
            <a:ext cx="10758085" cy="2365320"/>
          </a:xfrm>
          <a:prstGeom prst="rect">
            <a:avLst/>
          </a:prstGeom>
          <a:gradFill>
            <a:gsLst>
              <a:gs pos="71000">
                <a:schemeClr val="accent1">
                  <a:lumMod val="50000"/>
                  <a:alpha val="0"/>
                </a:schemeClr>
              </a:gs>
              <a:gs pos="99000">
                <a:schemeClr val="accent3">
                  <a:lumMod val="60000"/>
                  <a:lumOff val="40000"/>
                  <a:alpha val="40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7EE9334A-B58A-1191-419B-686185B07C62}"/>
              </a:ext>
            </a:extLst>
          </p:cNvPr>
          <p:cNvSpPr>
            <a:spLocks noGrp="1"/>
          </p:cNvSpPr>
          <p:nvPr>
            <p:ph type="title"/>
          </p:nvPr>
        </p:nvSpPr>
        <p:spPr>
          <a:xfrm>
            <a:off x="274320" y="5216448"/>
            <a:ext cx="7627857" cy="1394843"/>
          </a:xfrm>
        </p:spPr>
        <p:txBody>
          <a:bodyPr>
            <a:normAutofit/>
          </a:bodyPr>
          <a:lstStyle>
            <a:lvl1pPr>
              <a:defRPr sz="3600"/>
            </a:lvl1pPr>
          </a:lstStyle>
          <a:p>
            <a:r>
              <a:rPr lang="en-US"/>
              <a:t>Click to edit Master title style</a:t>
            </a:r>
          </a:p>
        </p:txBody>
      </p:sp>
      <p:sp>
        <p:nvSpPr>
          <p:cNvPr id="12" name="Subtitle 2">
            <a:extLst>
              <a:ext uri="{FF2B5EF4-FFF2-40B4-BE49-F238E27FC236}">
                <a16:creationId xmlns:a16="http://schemas.microsoft.com/office/drawing/2014/main" id="{25AC1EE1-879A-DD62-9DEE-9EDB54468EA5}"/>
              </a:ext>
            </a:extLst>
          </p:cNvPr>
          <p:cNvSpPr>
            <a:spLocks noGrp="1"/>
          </p:cNvSpPr>
          <p:nvPr>
            <p:ph type="subTitle" idx="1"/>
          </p:nvPr>
        </p:nvSpPr>
        <p:spPr>
          <a:xfrm>
            <a:off x="9183509" y="5216447"/>
            <a:ext cx="2738340" cy="1394844"/>
          </a:xfrm>
          <a:noFill/>
        </p:spPr>
        <p:txBody>
          <a:bodyPr vert="horz" lIns="91440" tIns="45720" rIns="91440" bIns="45720" rtlCol="0" anchor="b">
            <a:noAutofit/>
          </a:bodyPr>
          <a:lstStyle>
            <a:lvl1pPr marL="0" indent="0">
              <a:buNone/>
              <a:defRPr lang="en-US" sz="1400" dirty="0"/>
            </a:lvl1pPr>
          </a:lstStyle>
          <a:p>
            <a:pPr lvl="0"/>
            <a:r>
              <a:rPr lang="en-US"/>
              <a:t>Click to edit Master subtitle style</a:t>
            </a:r>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3936570"/>
          </a:xfrm>
          <a:blipFill>
            <a:blip r:embed="rId2">
              <a:alphaModFix amt="70000"/>
            </a:blip>
            <a:stretch>
              <a:fillRect t="-14126"/>
            </a:stretch>
          </a:blipFill>
        </p:spPr>
        <p:txBody>
          <a:bodyPr/>
          <a:lstStyle>
            <a:lvl1pPr>
              <a:defRPr/>
            </a:lvl1pPr>
          </a:lstStyle>
          <a:p>
            <a:r>
              <a:rPr lang="en-US" dirty="0"/>
              <a:t>   </a:t>
            </a:r>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301752" y="4154963"/>
            <a:ext cx="3447355" cy="365760"/>
          </a:xfrm>
        </p:spPr>
        <p:txBody>
          <a:bodyPr/>
          <a:lstStyle/>
          <a:p>
            <a:fld id="{21560963-1EEA-4BDE-8FF9-3FEE13B5D43C}" type="datetime1">
              <a:rPr lang="en-US" smtClean="0"/>
              <a:t>6/15/2026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093201" y="4154963"/>
            <a:ext cx="2181351"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52503" y="4154963"/>
            <a:ext cx="448805" cy="36576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909206682"/>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2483189" y="0"/>
            <a:ext cx="9708811" cy="6859553"/>
          </a:xfrm>
          <a:prstGeom prst="rect">
            <a:avLst/>
          </a:prstGeom>
          <a:gradFill flip="none" rotWithShape="1">
            <a:gsLst>
              <a:gs pos="9000">
                <a:schemeClr val="accent1">
                  <a:lumMod val="75000"/>
                </a:schemeClr>
              </a:gs>
              <a:gs pos="54000">
                <a:schemeClr val="bg2">
                  <a:alpha val="0"/>
                </a:schemeClr>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398166" y="2201332"/>
            <a:ext cx="11793834" cy="4656665"/>
          </a:xfrm>
          <a:prstGeom prst="rect">
            <a:avLst/>
          </a:prstGeom>
          <a:gradFill>
            <a:gsLst>
              <a:gs pos="0">
                <a:schemeClr val="accent2"/>
              </a:gs>
              <a:gs pos="36000">
                <a:schemeClr val="accent1">
                  <a:lumMod val="5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a:off x="0" y="3861412"/>
            <a:ext cx="12192000" cy="3010777"/>
          </a:xfrm>
          <a:prstGeom prst="rect">
            <a:avLst/>
          </a:prstGeom>
          <a:gradFill flip="none" rotWithShape="1">
            <a:gsLst>
              <a:gs pos="17000">
                <a:schemeClr val="accent3">
                  <a:lumMod val="60000"/>
                  <a:lumOff val="40000"/>
                  <a:alpha val="51000"/>
                </a:schemeClr>
              </a:gs>
              <a:gs pos="44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chemeClr val="tx1"/>
              </a:solidFill>
            </a:endParaRPr>
          </a:p>
        </p:txBody>
      </p:sp>
      <p:cxnSp>
        <p:nvCxnSpPr>
          <p:cNvPr id="14" name="Straight Connector 13">
            <a:extLst>
              <a:ext uri="{FF2B5EF4-FFF2-40B4-BE49-F238E27FC236}">
                <a16:creationId xmlns:a16="http://schemas.microsoft.com/office/drawing/2014/main" id="{3CE9BCB7-0B84-78EB-474B-9077DE024658}"/>
              </a:ext>
            </a:extLst>
          </p:cNvPr>
          <p:cNvCxnSpPr>
            <a:cxnSpLocks/>
          </p:cNvCxnSpPr>
          <p:nvPr/>
        </p:nvCxnSpPr>
        <p:spPr>
          <a:xfrm flipH="1">
            <a:off x="358140" y="5174874"/>
            <a:ext cx="11475720"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10" name="Title 9">
            <a:extLst>
              <a:ext uri="{FF2B5EF4-FFF2-40B4-BE49-F238E27FC236}">
                <a16:creationId xmlns:a16="http://schemas.microsoft.com/office/drawing/2014/main" id="{B7CA771C-C0DC-4CE5-6507-04B80A7BF2D3}"/>
              </a:ext>
            </a:extLst>
          </p:cNvPr>
          <p:cNvSpPr>
            <a:spLocks noGrp="1"/>
          </p:cNvSpPr>
          <p:nvPr>
            <p:ph type="title"/>
          </p:nvPr>
        </p:nvSpPr>
        <p:spPr>
          <a:xfrm>
            <a:off x="274320" y="388704"/>
            <a:ext cx="9509760" cy="4297679"/>
          </a:xfrm>
        </p:spPr>
        <p:txBody>
          <a:bodyPr anchor="t"/>
          <a:lstStyle>
            <a:lvl1pPr>
              <a:defRPr sz="6000"/>
            </a:lvl1pPr>
          </a:lstStyle>
          <a:p>
            <a:r>
              <a:rPr lang="en-US"/>
              <a:t>Click to edit Master title style</a:t>
            </a:r>
          </a:p>
        </p:txBody>
      </p:sp>
      <p:sp>
        <p:nvSpPr>
          <p:cNvPr id="17" name="Subtitle 2">
            <a:extLst>
              <a:ext uri="{FF2B5EF4-FFF2-40B4-BE49-F238E27FC236}">
                <a16:creationId xmlns:a16="http://schemas.microsoft.com/office/drawing/2014/main" id="{1CA59141-B447-02B6-2167-E19939B6D502}"/>
              </a:ext>
            </a:extLst>
          </p:cNvPr>
          <p:cNvSpPr>
            <a:spLocks noGrp="1"/>
          </p:cNvSpPr>
          <p:nvPr>
            <p:ph type="subTitle" idx="1"/>
          </p:nvPr>
        </p:nvSpPr>
        <p:spPr>
          <a:xfrm>
            <a:off x="301751" y="5486399"/>
            <a:ext cx="6951553" cy="726128"/>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endParaRPr lang="en-US" dirty="0"/>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a:xfrm>
            <a:off x="301752" y="6304985"/>
            <a:ext cx="2218156" cy="365760"/>
          </a:xfrm>
        </p:spPr>
        <p:txBody>
          <a:bodyPr/>
          <a:lstStyle>
            <a:lvl1pPr>
              <a:defRPr>
                <a:solidFill>
                  <a:schemeClr val="tx1"/>
                </a:solidFill>
              </a:defRPr>
            </a:lvl1pPr>
          </a:lstStyle>
          <a:p>
            <a:fld id="{082FB242-E4A2-4711-B168-6D02C45DBE61}" type="datetime1">
              <a:rPr lang="en-US" smtClean="0"/>
              <a:t>6/15/2026</a:t>
            </a:fld>
            <a:endParaRPr lang="en-US"/>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a:xfrm>
            <a:off x="7622485" y="6304985"/>
            <a:ext cx="2509284" cy="365760"/>
          </a:xfrm>
        </p:spPr>
        <p:txBody>
          <a:bodyPr/>
          <a:lstStyle>
            <a:lvl1pPr>
              <a:defRPr>
                <a:solidFill>
                  <a:schemeClr val="tx1"/>
                </a:solidFill>
              </a:defRPr>
            </a:lvl1pPr>
          </a:lstStyle>
          <a:p>
            <a:r>
              <a:rPr lang="en-US"/>
              <a:t>Sample Footer Text</a:t>
            </a:r>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a:xfrm>
            <a:off x="11407526" y="6304985"/>
            <a:ext cx="493776" cy="365760"/>
          </a:xfrm>
        </p:spPr>
        <p:txBody>
          <a:bodyPr/>
          <a:lstStyle>
            <a:lvl1pPr>
              <a:defRPr>
                <a:solidFill>
                  <a:schemeClr val="tx1"/>
                </a:solidFill>
              </a:defRPr>
            </a:lvl1pPr>
          </a:lstStyle>
          <a:p>
            <a:fld id="{5E0677F5-4A8A-4BF1-96BE-3BAE8FBAFE2E}" type="slidenum">
              <a:rPr lang="en-US" smtClean="0"/>
              <a:pPr/>
              <a:t>‹#›</a:t>
            </a:fld>
            <a:endParaRPr lang="en-US"/>
          </a:p>
        </p:txBody>
      </p:sp>
    </p:spTree>
    <p:extLst>
      <p:ext uri="{BB962C8B-B14F-4D97-AF65-F5344CB8AC3E}">
        <p14:creationId xmlns:p14="http://schemas.microsoft.com/office/powerpoint/2010/main" val="365855289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2">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6A70A2D-6A6F-D8FD-B860-1F184E1B5E94}"/>
              </a:ext>
            </a:extLst>
          </p:cNvPr>
          <p:cNvSpPr>
            <a:spLocks noGrp="1"/>
          </p:cNvSpPr>
          <p:nvPr>
            <p:ph type="title"/>
          </p:nvPr>
        </p:nvSpPr>
        <p:spPr>
          <a:xfrm>
            <a:off x="274320" y="1133214"/>
            <a:ext cx="11631478" cy="1825674"/>
          </a:xfrm>
        </p:spPr>
        <p:txBody>
          <a:bodyPr anchor="t"/>
          <a:lstStyle>
            <a:lvl1pPr>
              <a:defRPr sz="5000"/>
            </a:lvl1pPr>
          </a:lstStyle>
          <a:p>
            <a:r>
              <a:rPr lang="en-US"/>
              <a:t>Click to edit Master title style</a:t>
            </a:r>
          </a:p>
        </p:txBody>
      </p:sp>
      <p:sp>
        <p:nvSpPr>
          <p:cNvPr id="7" name="Subtitle 2">
            <a:extLst>
              <a:ext uri="{FF2B5EF4-FFF2-40B4-BE49-F238E27FC236}">
                <a16:creationId xmlns:a16="http://schemas.microsoft.com/office/drawing/2014/main" id="{D95EA3D9-98A4-3891-668D-DF99CC18D7AC}"/>
              </a:ext>
            </a:extLst>
          </p:cNvPr>
          <p:cNvSpPr>
            <a:spLocks noGrp="1"/>
          </p:cNvSpPr>
          <p:nvPr>
            <p:ph type="subTitle" idx="1"/>
          </p:nvPr>
        </p:nvSpPr>
        <p:spPr>
          <a:xfrm>
            <a:off x="301751" y="5351226"/>
            <a:ext cx="7235954" cy="771276"/>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endParaRPr lang="en-US" dirty="0"/>
          </a:p>
        </p:txBody>
      </p:sp>
      <p:sp>
        <p:nvSpPr>
          <p:cNvPr id="15" name="Date Placeholder 14">
            <a:extLst>
              <a:ext uri="{FF2B5EF4-FFF2-40B4-BE49-F238E27FC236}">
                <a16:creationId xmlns:a16="http://schemas.microsoft.com/office/drawing/2014/main" id="{4E1D7382-6629-2CE5-9CD1-12C42772E0D2}"/>
              </a:ext>
            </a:extLst>
          </p:cNvPr>
          <p:cNvSpPr>
            <a:spLocks noGrp="1"/>
          </p:cNvSpPr>
          <p:nvPr>
            <p:ph type="dt" sz="half" idx="10"/>
          </p:nvPr>
        </p:nvSpPr>
        <p:spPr/>
        <p:txBody>
          <a:bodyPr/>
          <a:lstStyle/>
          <a:p>
            <a:fld id="{7DA2CEDE-2AB4-4FB8-9551-E0AA4222B1A3}" type="datetime1">
              <a:rPr lang="en-US" smtClean="0"/>
              <a:t>6/15/2026</a:t>
            </a:fld>
            <a:endParaRPr lang="en-US"/>
          </a:p>
        </p:txBody>
      </p:sp>
      <p:sp>
        <p:nvSpPr>
          <p:cNvPr id="16" name="Footer Placeholder 15">
            <a:extLst>
              <a:ext uri="{FF2B5EF4-FFF2-40B4-BE49-F238E27FC236}">
                <a16:creationId xmlns:a16="http://schemas.microsoft.com/office/drawing/2014/main" id="{04D3FCD7-2C92-02D9-B65F-03119FF69156}"/>
              </a:ext>
            </a:extLst>
          </p:cNvPr>
          <p:cNvSpPr>
            <a:spLocks noGrp="1"/>
          </p:cNvSpPr>
          <p:nvPr>
            <p:ph type="ftr" sz="quarter" idx="11"/>
          </p:nvPr>
        </p:nvSpPr>
        <p:spPr/>
        <p:txBody>
          <a:bodyPr/>
          <a:lstStyle/>
          <a:p>
            <a:r>
              <a:rPr lang="en-US"/>
              <a:t>Sample Footer Text</a:t>
            </a:r>
          </a:p>
        </p:txBody>
      </p:sp>
      <p:sp>
        <p:nvSpPr>
          <p:cNvPr id="17" name="Slide Number Placeholder 16">
            <a:extLst>
              <a:ext uri="{FF2B5EF4-FFF2-40B4-BE49-F238E27FC236}">
                <a16:creationId xmlns:a16="http://schemas.microsoft.com/office/drawing/2014/main" id="{6825B394-7F27-6399-8BDB-45CADE4F48C2}"/>
              </a:ext>
            </a:extLst>
          </p:cNvPr>
          <p:cNvSpPr>
            <a:spLocks noGrp="1"/>
          </p:cNvSpPr>
          <p:nvPr>
            <p:ph type="sldNum" sz="quarter" idx="12"/>
          </p:nvPr>
        </p:nvSpPr>
        <p:spPr/>
        <p:txBody>
          <a:bodyPr/>
          <a:lstStyle/>
          <a:p>
            <a:fld id="{5E0677F5-4A8A-4BF1-96BE-3BAE8FBAFE2E}" type="slidenum">
              <a:rPr lang="en-US" smtClean="0"/>
              <a:pPr/>
              <a:t>‹#›</a:t>
            </a:fld>
            <a:endParaRPr lang="en-US"/>
          </a:p>
        </p:txBody>
      </p:sp>
      <p:sp>
        <p:nvSpPr>
          <p:cNvPr id="11" name="Rectangle 10">
            <a:extLst>
              <a:ext uri="{FF2B5EF4-FFF2-40B4-BE49-F238E27FC236}">
                <a16:creationId xmlns:a16="http://schemas.microsoft.com/office/drawing/2014/main" id="{6D514160-DA6E-9655-9294-6538F297B73D}"/>
              </a:ext>
            </a:extLst>
          </p:cNvPr>
          <p:cNvSpPr/>
          <p:nvPr/>
        </p:nvSpPr>
        <p:spPr>
          <a:xfrm rot="10800000">
            <a:off x="0" y="3432121"/>
            <a:ext cx="12192000" cy="1825033"/>
          </a:xfrm>
          <a:prstGeom prst="rect">
            <a:avLst/>
          </a:prstGeom>
          <a:gradFill>
            <a:gsLst>
              <a:gs pos="63000">
                <a:schemeClr val="bg2">
                  <a:alpha val="0"/>
                </a:schemeClr>
              </a:gs>
              <a:gs pos="100000">
                <a:schemeClr val="accent1">
                  <a:lumMod val="7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2EC29EB-3E43-F1FF-EB6B-9F5C908FFCC8}"/>
              </a:ext>
            </a:extLst>
          </p:cNvPr>
          <p:cNvSpPr/>
          <p:nvPr userDrawn="1"/>
        </p:nvSpPr>
        <p:spPr>
          <a:xfrm rot="16200000" flipH="1">
            <a:off x="5938634" y="-996853"/>
            <a:ext cx="1825034" cy="10681699"/>
          </a:xfrm>
          <a:prstGeom prst="rect">
            <a:avLst/>
          </a:prstGeom>
          <a:gradFill>
            <a:gsLst>
              <a:gs pos="56000">
                <a:schemeClr val="bg1">
                  <a:alpha val="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233028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1A723D2-7AAD-C321-CBD6-371714EC1095}"/>
              </a:ext>
            </a:extLst>
          </p:cNvPr>
          <p:cNvSpPr/>
          <p:nvPr/>
        </p:nvSpPr>
        <p:spPr>
          <a:xfrm>
            <a:off x="0" y="-1"/>
            <a:ext cx="12192000" cy="6858000"/>
          </a:xfrm>
          <a:prstGeom prst="rect">
            <a:avLst/>
          </a:prstGeom>
          <a:gradFill flip="none" rotWithShape="1">
            <a:gsLst>
              <a:gs pos="70000">
                <a:schemeClr val="bg2"/>
              </a:gs>
              <a:gs pos="1149">
                <a:schemeClr val="accent3">
                  <a:lumMod val="50000"/>
                </a:schemeClr>
              </a:gs>
              <a:gs pos="33000">
                <a:schemeClr val="accent2">
                  <a:lumMod val="50000"/>
                </a:schemeClr>
              </a:gs>
            </a:gsLst>
            <a:path path="circle">
              <a:fillToRect t="100000" r="100000"/>
            </a:path>
            <a:tileRect l="-100000" b="-100000"/>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tx1"/>
              </a:solidFill>
              <a:effectLst/>
              <a:uLnTx/>
              <a:uFillTx/>
              <a:latin typeface="Neue Haas Grotesk Text Pro"/>
              <a:ea typeface="+mn-ea"/>
              <a:cs typeface="+mn-cs"/>
            </a:endParaRPr>
          </a:p>
        </p:txBody>
      </p:sp>
      <p:sp>
        <p:nvSpPr>
          <p:cNvPr id="5" name="Rectangle 4">
            <a:extLst>
              <a:ext uri="{FF2B5EF4-FFF2-40B4-BE49-F238E27FC236}">
                <a16:creationId xmlns:a16="http://schemas.microsoft.com/office/drawing/2014/main" id="{0854A4F1-E6B3-0BD8-2214-FC728BA0524F}"/>
              </a:ext>
            </a:extLst>
          </p:cNvPr>
          <p:cNvSpPr/>
          <p:nvPr/>
        </p:nvSpPr>
        <p:spPr>
          <a:xfrm rot="5400000">
            <a:off x="4604446" y="-729554"/>
            <a:ext cx="4537587" cy="10637521"/>
          </a:xfrm>
          <a:prstGeom prst="rect">
            <a:avLst/>
          </a:prstGeom>
          <a:gradFill flip="none" rotWithShape="1">
            <a:gsLst>
              <a:gs pos="65000">
                <a:schemeClr val="tx1">
                  <a:alpha val="0"/>
                </a:schemeClr>
              </a:gs>
              <a:gs pos="0">
                <a:schemeClr val="accent3">
                  <a:lumMod val="60000"/>
                  <a:lumOff val="40000"/>
                  <a:alpha val="70000"/>
                </a:schemeClr>
              </a:gs>
              <a:gs pos="32000">
                <a:schemeClr val="accent4">
                  <a:alpha val="0"/>
                </a:schemeClr>
              </a:gs>
            </a:gsLst>
            <a:lin ang="9600000" scaled="0"/>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tx1"/>
              </a:solidFill>
              <a:effectLst/>
              <a:uLnTx/>
              <a:uFillTx/>
              <a:latin typeface="Neue Haas Grotesk Text Pro"/>
              <a:ea typeface="+mn-ea"/>
              <a:cs typeface="+mn-cs"/>
            </a:endParaRPr>
          </a:p>
        </p:txBody>
      </p:sp>
      <p:sp>
        <p:nvSpPr>
          <p:cNvPr id="12" name="Title 11">
            <a:extLst>
              <a:ext uri="{FF2B5EF4-FFF2-40B4-BE49-F238E27FC236}">
                <a16:creationId xmlns:a16="http://schemas.microsoft.com/office/drawing/2014/main" id="{4B18168D-C992-4156-FB48-F867F260F21D}"/>
              </a:ext>
            </a:extLst>
          </p:cNvPr>
          <p:cNvSpPr>
            <a:spLocks noGrp="1"/>
          </p:cNvSpPr>
          <p:nvPr>
            <p:ph type="title"/>
          </p:nvPr>
        </p:nvSpPr>
        <p:spPr>
          <a:xfrm>
            <a:off x="270456" y="1133862"/>
            <a:ext cx="8346853" cy="3537889"/>
          </a:xfrm>
        </p:spPr>
        <p:txBody>
          <a:bodyPr anchor="t"/>
          <a:lstStyle>
            <a:lvl1pPr>
              <a:defRPr sz="5000"/>
            </a:lvl1pPr>
          </a:lstStyle>
          <a:p>
            <a:r>
              <a:rPr lang="en-US"/>
              <a:t>Click to edit Master title style</a:t>
            </a:r>
          </a:p>
        </p:txBody>
      </p:sp>
      <p:sp>
        <p:nvSpPr>
          <p:cNvPr id="14" name="Subtitle 2">
            <a:extLst>
              <a:ext uri="{FF2B5EF4-FFF2-40B4-BE49-F238E27FC236}">
                <a16:creationId xmlns:a16="http://schemas.microsoft.com/office/drawing/2014/main" id="{701A87CE-1AFE-0182-C6D3-084296E48E91}"/>
              </a:ext>
            </a:extLst>
          </p:cNvPr>
          <p:cNvSpPr>
            <a:spLocks noGrp="1"/>
          </p:cNvSpPr>
          <p:nvPr>
            <p:ph type="subTitle" idx="1"/>
          </p:nvPr>
        </p:nvSpPr>
        <p:spPr>
          <a:xfrm>
            <a:off x="301751" y="5525725"/>
            <a:ext cx="6052929" cy="884901"/>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endParaRPr lang="en-US" dirty="0"/>
          </a:p>
        </p:txBody>
      </p:sp>
      <p:sp>
        <p:nvSpPr>
          <p:cNvPr id="7" name="Date Placeholder 6">
            <a:extLst>
              <a:ext uri="{FF2B5EF4-FFF2-40B4-BE49-F238E27FC236}">
                <a16:creationId xmlns:a16="http://schemas.microsoft.com/office/drawing/2014/main" id="{5EAFA23F-C567-5858-AF7D-C37EC8657A25}"/>
              </a:ext>
            </a:extLst>
          </p:cNvPr>
          <p:cNvSpPr>
            <a:spLocks noGrp="1"/>
          </p:cNvSpPr>
          <p:nvPr>
            <p:ph type="dt" sz="half" idx="10"/>
          </p:nvPr>
        </p:nvSpPr>
        <p:spPr/>
        <p:txBody>
          <a:bodyPr/>
          <a:lstStyle/>
          <a:p>
            <a:fld id="{7DA2CEDE-2AB4-4FB8-9551-E0AA4222B1A3}" type="datetime1">
              <a:rPr lang="en-US" smtClean="0"/>
              <a:t>6/15/2026</a:t>
            </a:fld>
            <a:endParaRPr lang="en-US"/>
          </a:p>
        </p:txBody>
      </p:sp>
      <p:sp>
        <p:nvSpPr>
          <p:cNvPr id="8" name="Footer Placeholder 7">
            <a:extLst>
              <a:ext uri="{FF2B5EF4-FFF2-40B4-BE49-F238E27FC236}">
                <a16:creationId xmlns:a16="http://schemas.microsoft.com/office/drawing/2014/main" id="{8EFB4A31-4D88-6836-9F3A-5E23FC9DE7F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E3C38715-2A76-D075-B90E-D24A263D8DA5}"/>
              </a:ext>
            </a:extLst>
          </p:cNvPr>
          <p:cNvSpPr>
            <a:spLocks noGrp="1"/>
          </p:cNvSpPr>
          <p:nvPr>
            <p:ph type="sldNum" sz="quarter" idx="12"/>
          </p:nvPr>
        </p:nvSpPr>
        <p:spPr/>
        <p:txBody>
          <a:bodyPr/>
          <a:lstStyle/>
          <a:p>
            <a:fld id="{5E0677F5-4A8A-4BF1-96BE-3BAE8FBAFE2E}" type="slidenum">
              <a:rPr lang="en-US" smtClean="0"/>
              <a:pPr/>
              <a:t>‹#›</a:t>
            </a:fld>
            <a:endParaRPr lang="en-US"/>
          </a:p>
        </p:txBody>
      </p:sp>
      <p:cxnSp>
        <p:nvCxnSpPr>
          <p:cNvPr id="6" name="Straight Connector 5">
            <a:extLst>
              <a:ext uri="{FF2B5EF4-FFF2-40B4-BE49-F238E27FC236}">
                <a16:creationId xmlns:a16="http://schemas.microsoft.com/office/drawing/2014/main" id="{3D6702AA-E129-137F-060D-8DD37BC99937}"/>
              </a:ext>
            </a:extLst>
          </p:cNvPr>
          <p:cNvCxnSpPr>
            <a:cxnSpLocks/>
          </p:cNvCxnSpPr>
          <p:nvPr/>
        </p:nvCxnSpPr>
        <p:spPr>
          <a:xfrm flipH="1">
            <a:off x="358140" y="762000"/>
            <a:ext cx="11475720" cy="0"/>
          </a:xfrm>
          <a:prstGeom prst="line">
            <a:avLst/>
          </a:prstGeom>
          <a:ln w="6350">
            <a:solidFill>
              <a:schemeClr val="tx1">
                <a:lumMod val="65000"/>
                <a:alpha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0FD9841-58FA-E828-27A6-DBFBFA5C0854}"/>
              </a:ext>
            </a:extLst>
          </p:cNvPr>
          <p:cNvCxnSpPr>
            <a:cxnSpLocks/>
          </p:cNvCxnSpPr>
          <p:nvPr/>
        </p:nvCxnSpPr>
        <p:spPr>
          <a:xfrm flipH="1">
            <a:off x="394716" y="5250426"/>
            <a:ext cx="11402568" cy="0"/>
          </a:xfrm>
          <a:prstGeom prst="line">
            <a:avLst/>
          </a:prstGeom>
          <a:ln w="6350">
            <a:solidFill>
              <a:schemeClr val="tx1">
                <a:lumMod val="7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892074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5400000" flipH="1" flipV="1">
            <a:off x="-367222" y="367225"/>
            <a:ext cx="6866356" cy="6131909"/>
          </a:xfrm>
          <a:prstGeom prst="rect">
            <a:avLst/>
          </a:prstGeom>
          <a:gradFill>
            <a:gsLst>
              <a:gs pos="13000">
                <a:schemeClr val="accent2"/>
              </a:gs>
              <a:gs pos="60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rot="5400000" flipV="1">
            <a:off x="-1977949" y="2307330"/>
            <a:ext cx="6528619" cy="2572719"/>
          </a:xfrm>
          <a:prstGeom prst="rect">
            <a:avLst/>
          </a:prstGeom>
          <a:gradFill>
            <a:gsLst>
              <a:gs pos="0">
                <a:schemeClr val="accent1">
                  <a:lumMod val="75000"/>
                </a:schemeClr>
              </a:gs>
              <a:gs pos="42000">
                <a:schemeClr val="bg2">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Rectangle 5">
            <a:extLst>
              <a:ext uri="{FF2B5EF4-FFF2-40B4-BE49-F238E27FC236}">
                <a16:creationId xmlns:a16="http://schemas.microsoft.com/office/drawing/2014/main" id="{72AFF5B4-F60C-7639-0259-DAA1F9833429}"/>
              </a:ext>
            </a:extLst>
          </p:cNvPr>
          <p:cNvSpPr/>
          <p:nvPr/>
        </p:nvSpPr>
        <p:spPr>
          <a:xfrm rot="10800000">
            <a:off x="1" y="4216109"/>
            <a:ext cx="8887299" cy="2644533"/>
          </a:xfrm>
          <a:prstGeom prst="rect">
            <a:avLst/>
          </a:prstGeom>
          <a:gradFill>
            <a:gsLst>
              <a:gs pos="0">
                <a:schemeClr val="accent3">
                  <a:lumMod val="60000"/>
                  <a:lumOff val="40000"/>
                </a:schemeClr>
              </a:gs>
              <a:gs pos="49000">
                <a:schemeClr val="accent4">
                  <a:lumMod val="75000"/>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3018499" y="952500"/>
            <a:ext cx="8887299" cy="5636798"/>
          </a:xfrm>
        </p:spPr>
        <p:txBody>
          <a:bodyPr anchor="b">
            <a:normAutofit/>
          </a:bodyPr>
          <a:lstStyle>
            <a:lvl1pPr algn="r">
              <a:defRPr sz="72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3FCA76BF-5E58-9143-643F-6B06864B8735}"/>
              </a:ext>
            </a:extLst>
          </p:cNvPr>
          <p:cNvSpPr>
            <a:spLocks noGrp="1"/>
          </p:cNvSpPr>
          <p:nvPr>
            <p:ph type="dt" sz="half" idx="10"/>
          </p:nvPr>
        </p:nvSpPr>
        <p:spPr/>
        <p:txBody>
          <a:bodyPr/>
          <a:lstStyle/>
          <a:p>
            <a:fld id="{7DA2CEDE-2AB4-4FB8-9551-E0AA4222B1A3}" type="datetime1">
              <a:rPr lang="en-US" smtClean="0"/>
              <a:t>6/15/2026</a:t>
            </a:fld>
            <a:endParaRPr lang="en-US"/>
          </a:p>
        </p:txBody>
      </p:sp>
      <p:sp>
        <p:nvSpPr>
          <p:cNvPr id="4" name="Footer Placeholder 3">
            <a:extLst>
              <a:ext uri="{FF2B5EF4-FFF2-40B4-BE49-F238E27FC236}">
                <a16:creationId xmlns:a16="http://schemas.microsoft.com/office/drawing/2014/main" id="{006C9F8B-DAAC-4FD9-5257-842E1B079B6D}"/>
              </a:ext>
            </a:extLst>
          </p:cNvPr>
          <p:cNvSpPr>
            <a:spLocks noGrp="1"/>
          </p:cNvSpPr>
          <p:nvPr>
            <p:ph type="ftr" sz="quarter" idx="11"/>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DEF8E261-B260-D169-5279-F4153543A76C}"/>
              </a:ext>
            </a:extLst>
          </p:cNvPr>
          <p:cNvSpPr>
            <a:spLocks noGrp="1"/>
          </p:cNvSpPr>
          <p:nvPr>
            <p:ph type="sldNum" sz="quarter" idx="12"/>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40584278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Section Header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16200000" flipH="1">
            <a:off x="-367223" y="363046"/>
            <a:ext cx="6866356" cy="6131909"/>
          </a:xfrm>
          <a:prstGeom prst="rect">
            <a:avLst/>
          </a:prstGeom>
          <a:gradFill>
            <a:gsLst>
              <a:gs pos="0">
                <a:schemeClr val="accent1">
                  <a:lumMod val="75000"/>
                </a:schemeClr>
              </a:gs>
              <a:gs pos="69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rot="16200000">
            <a:off x="-2106733" y="2106735"/>
            <a:ext cx="6858000" cy="2644533"/>
          </a:xfrm>
          <a:prstGeom prst="rect">
            <a:avLst/>
          </a:prstGeom>
          <a:gradFill>
            <a:gsLst>
              <a:gs pos="0">
                <a:schemeClr val="accent3">
                  <a:lumMod val="60000"/>
                  <a:lumOff val="40000"/>
                  <a:alpha val="72000"/>
                </a:schemeClr>
              </a:gs>
              <a:gs pos="49000">
                <a:schemeClr val="bg2">
                  <a:alpha val="0"/>
                </a:schemeClr>
              </a:gs>
            </a:gsLst>
            <a:lin ang="58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Rectangle 5">
            <a:extLst>
              <a:ext uri="{FF2B5EF4-FFF2-40B4-BE49-F238E27FC236}">
                <a16:creationId xmlns:a16="http://schemas.microsoft.com/office/drawing/2014/main" id="{DF922070-FC98-090C-2EE5-E880AEA09D1B}"/>
              </a:ext>
            </a:extLst>
          </p:cNvPr>
          <p:cNvSpPr/>
          <p:nvPr/>
        </p:nvSpPr>
        <p:spPr>
          <a:xfrm flipH="1" flipV="1">
            <a:off x="0" y="2200164"/>
            <a:ext cx="12192000" cy="4657836"/>
          </a:xfrm>
          <a:prstGeom prst="rect">
            <a:avLst/>
          </a:prstGeom>
          <a:gradFill>
            <a:gsLst>
              <a:gs pos="0">
                <a:schemeClr val="accent2"/>
              </a:gs>
              <a:gs pos="52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274320" y="1079500"/>
            <a:ext cx="9867900" cy="5514953"/>
          </a:xfrm>
        </p:spPr>
        <p:txBody>
          <a:bodyPr anchor="b">
            <a:normAutofit/>
          </a:bodyPr>
          <a:lstStyle>
            <a:lvl1pPr>
              <a:defRPr sz="72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BFF27D51-28B8-B2E3-D66E-632D6F01E601}"/>
              </a:ext>
            </a:extLst>
          </p:cNvPr>
          <p:cNvSpPr>
            <a:spLocks noGrp="1"/>
          </p:cNvSpPr>
          <p:nvPr>
            <p:ph type="dt" sz="half" idx="10"/>
          </p:nvPr>
        </p:nvSpPr>
        <p:spPr/>
        <p:txBody>
          <a:bodyPr/>
          <a:lstStyle/>
          <a:p>
            <a:fld id="{7DA2CEDE-2AB4-4FB8-9551-E0AA4222B1A3}" type="datetime1">
              <a:rPr lang="en-US" smtClean="0"/>
              <a:t>6/15/2026</a:t>
            </a:fld>
            <a:endParaRPr lang="en-US"/>
          </a:p>
        </p:txBody>
      </p:sp>
      <p:sp>
        <p:nvSpPr>
          <p:cNvPr id="4" name="Footer Placeholder 3">
            <a:extLst>
              <a:ext uri="{FF2B5EF4-FFF2-40B4-BE49-F238E27FC236}">
                <a16:creationId xmlns:a16="http://schemas.microsoft.com/office/drawing/2014/main" id="{411DCFE3-286D-146F-718D-4D8F709FB8DE}"/>
              </a:ext>
            </a:extLst>
          </p:cNvPr>
          <p:cNvSpPr>
            <a:spLocks noGrp="1"/>
          </p:cNvSpPr>
          <p:nvPr>
            <p:ph type="ftr" sz="quarter" idx="11"/>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C65F9152-3DAD-AB36-D2B3-9A4DBF0AA786}"/>
              </a:ext>
            </a:extLst>
          </p:cNvPr>
          <p:cNvSpPr>
            <a:spLocks noGrp="1"/>
          </p:cNvSpPr>
          <p:nvPr>
            <p:ph type="sldNum" sz="quarter" idx="12"/>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31129448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31AE9B9-D0DC-50F5-FE7E-BCF950A9B60C}"/>
              </a:ext>
            </a:extLst>
          </p:cNvPr>
          <p:cNvSpPr/>
          <p:nvPr/>
        </p:nvSpPr>
        <p:spPr>
          <a:xfrm>
            <a:off x="28450" y="0"/>
            <a:ext cx="7600185" cy="6858000"/>
          </a:xfrm>
          <a:prstGeom prst="rect">
            <a:avLst/>
          </a:prstGeom>
          <a:gradFill>
            <a:gsLst>
              <a:gs pos="52000">
                <a:schemeClr val="bg2">
                  <a:alpha val="0"/>
                </a:schemeClr>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0" y="3409447"/>
            <a:ext cx="7609635" cy="3448553"/>
          </a:xfrm>
          <a:prstGeom prst="rect">
            <a:avLst/>
          </a:prstGeom>
          <a:gradFill>
            <a:gsLst>
              <a:gs pos="0">
                <a:schemeClr val="accent2"/>
              </a:gs>
              <a:gs pos="45000">
                <a:schemeClr val="bg2">
                  <a:alpha val="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32F5B7E4-5668-20C3-5FFF-AA7F08736507}"/>
              </a:ext>
            </a:extLst>
          </p:cNvPr>
          <p:cNvSpPr/>
          <p:nvPr/>
        </p:nvSpPr>
        <p:spPr>
          <a:xfrm rot="16200000">
            <a:off x="394816" y="-375817"/>
            <a:ext cx="6858000" cy="7609635"/>
          </a:xfrm>
          <a:prstGeom prst="rect">
            <a:avLst/>
          </a:prstGeom>
          <a:gradFill>
            <a:gsLst>
              <a:gs pos="0">
                <a:schemeClr val="tx1"/>
              </a:gs>
              <a:gs pos="18000">
                <a:schemeClr val="accent3">
                  <a:lumMod val="60000"/>
                  <a:lumOff val="40000"/>
                  <a:alpha val="72000"/>
                </a:schemeClr>
              </a:gs>
              <a:gs pos="56000">
                <a:schemeClr val="accent1">
                  <a:lumMod val="50000"/>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268344FF-8882-8B2E-4777-40771425C01A}"/>
              </a:ext>
            </a:extLst>
          </p:cNvPr>
          <p:cNvSpPr/>
          <p:nvPr/>
        </p:nvSpPr>
        <p:spPr>
          <a:xfrm rot="16200000">
            <a:off x="1188613" y="417977"/>
            <a:ext cx="5518112" cy="7361933"/>
          </a:xfrm>
          <a:prstGeom prst="rect">
            <a:avLst/>
          </a:prstGeom>
          <a:gradFill flip="none" rotWithShape="1">
            <a:gsLst>
              <a:gs pos="24000">
                <a:schemeClr val="bg2">
                  <a:alpha val="0"/>
                </a:schemeClr>
              </a:gs>
              <a:gs pos="45000">
                <a:schemeClr val="bg2">
                  <a:alpha val="82000"/>
                </a:schemeClr>
              </a:gs>
              <a:gs pos="67000">
                <a:schemeClr val="bg1">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8" name="Title 7">
            <a:extLst>
              <a:ext uri="{FF2B5EF4-FFF2-40B4-BE49-F238E27FC236}">
                <a16:creationId xmlns:a16="http://schemas.microsoft.com/office/drawing/2014/main" id="{5F9BCED7-6A0B-12F0-730B-5623879C9495}"/>
              </a:ext>
            </a:extLst>
          </p:cNvPr>
          <p:cNvSpPr>
            <a:spLocks noGrp="1"/>
          </p:cNvSpPr>
          <p:nvPr>
            <p:ph type="title"/>
          </p:nvPr>
        </p:nvSpPr>
        <p:spPr>
          <a:xfrm>
            <a:off x="266702" y="1714498"/>
            <a:ext cx="4960617" cy="4722876"/>
          </a:xfrm>
        </p:spPr>
        <p:txBody>
          <a:bodyPr/>
          <a:lstStyle>
            <a:lvl1pPr>
              <a:defRPr sz="5000"/>
            </a:lvl1pPr>
          </a:lstStyle>
          <a:p>
            <a:r>
              <a:rPr lang="en-US"/>
              <a:t>Click to edit Master title style</a:t>
            </a:r>
            <a:endParaRPr lang="en-US" dirty="0"/>
          </a:p>
        </p:txBody>
      </p:sp>
      <p:sp>
        <p:nvSpPr>
          <p:cNvPr id="13" name="Date Placeholder 12">
            <a:extLst>
              <a:ext uri="{FF2B5EF4-FFF2-40B4-BE49-F238E27FC236}">
                <a16:creationId xmlns:a16="http://schemas.microsoft.com/office/drawing/2014/main" id="{E14FBD3E-3A09-5EF4-6941-FFF3E03D5396}"/>
              </a:ext>
            </a:extLst>
          </p:cNvPr>
          <p:cNvSpPr>
            <a:spLocks noGrp="1"/>
          </p:cNvSpPr>
          <p:nvPr>
            <p:ph type="dt" sz="half" idx="14"/>
          </p:nvPr>
        </p:nvSpPr>
        <p:spPr/>
        <p:txBody>
          <a:bodyPr/>
          <a:lstStyle/>
          <a:p>
            <a:fld id="{7DA2CEDE-2AB4-4FB8-9551-E0AA4222B1A3}" type="datetime1">
              <a:rPr lang="en-US" smtClean="0"/>
              <a:t>6/15/2026</a:t>
            </a:fld>
            <a:endParaRPr lang="en-US"/>
          </a:p>
        </p:txBody>
      </p:sp>
      <p:sp>
        <p:nvSpPr>
          <p:cNvPr id="14" name="Footer Placeholder 13">
            <a:extLst>
              <a:ext uri="{FF2B5EF4-FFF2-40B4-BE49-F238E27FC236}">
                <a16:creationId xmlns:a16="http://schemas.microsoft.com/office/drawing/2014/main" id="{362D8C0B-F931-385E-61C9-0E7226053F00}"/>
              </a:ext>
            </a:extLst>
          </p:cNvPr>
          <p:cNvSpPr>
            <a:spLocks noGrp="1"/>
          </p:cNvSpPr>
          <p:nvPr>
            <p:ph type="ftr" sz="quarter" idx="15"/>
          </p:nvPr>
        </p:nvSpPr>
        <p:spPr>
          <a:xfrm>
            <a:off x="7909368" y="210114"/>
            <a:ext cx="2509284" cy="365760"/>
          </a:xfrm>
        </p:spPr>
        <p:txBody>
          <a:bodyPr/>
          <a:lstStyle/>
          <a:p>
            <a:r>
              <a:rPr lang="en-US"/>
              <a:t>Sample Footer Text</a:t>
            </a:r>
          </a:p>
        </p:txBody>
      </p:sp>
      <p:sp>
        <p:nvSpPr>
          <p:cNvPr id="15" name="Slide Number Placeholder 14">
            <a:extLst>
              <a:ext uri="{FF2B5EF4-FFF2-40B4-BE49-F238E27FC236}">
                <a16:creationId xmlns:a16="http://schemas.microsoft.com/office/drawing/2014/main" id="{07E96BDD-FAA3-3ABD-453F-3A62D97801B5}"/>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952232" y="1246951"/>
            <a:ext cx="3404277" cy="4923185"/>
          </a:xfrm>
        </p:spPr>
        <p:txBody>
          <a:bodyPr vert="horz" lIns="91440" tIns="45720" rIns="91440" bIns="45720" rtlCol="0" anchor="t">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5B086C0A-2B9C-7A1D-5F77-AF7402CC1F84}"/>
              </a:ext>
            </a:extLst>
          </p:cNvPr>
          <p:cNvCxnSpPr>
            <a:cxnSpLocks/>
          </p:cNvCxnSpPr>
          <p:nvPr/>
        </p:nvCxnSpPr>
        <p:spPr>
          <a:xfrm flipH="1">
            <a:off x="8002560" y="762000"/>
            <a:ext cx="3840480"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15569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B191826-CFE4-1D6E-85E2-32EE006A5C5D}"/>
              </a:ext>
            </a:extLst>
          </p:cNvPr>
          <p:cNvSpPr/>
          <p:nvPr/>
        </p:nvSpPr>
        <p:spPr>
          <a:xfrm flipH="1">
            <a:off x="0" y="0"/>
            <a:ext cx="12192000" cy="6857996"/>
          </a:xfrm>
          <a:prstGeom prst="rect">
            <a:avLst/>
          </a:prstGeom>
          <a:gradFill flip="none" rotWithShape="1">
            <a:gsLst>
              <a:gs pos="93000">
                <a:schemeClr val="tx2"/>
              </a:gs>
              <a:gs pos="75000">
                <a:schemeClr val="accent1">
                  <a:alpha val="94000"/>
                </a:schemeClr>
              </a:gs>
              <a:gs pos="39000">
                <a:schemeClr val="accent4">
                  <a:lumMod val="50000"/>
                  <a:alpha val="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1DDCB74-BBA4-B75C-2781-A574716A3DE4}"/>
              </a:ext>
            </a:extLst>
          </p:cNvPr>
          <p:cNvSpPr/>
          <p:nvPr/>
        </p:nvSpPr>
        <p:spPr>
          <a:xfrm>
            <a:off x="0" y="-5"/>
            <a:ext cx="7958884" cy="5425439"/>
          </a:xfrm>
          <a:prstGeom prst="rect">
            <a:avLst/>
          </a:prstGeom>
          <a:gradFill flip="none" rotWithShape="1">
            <a:gsLst>
              <a:gs pos="6000">
                <a:schemeClr val="accent4">
                  <a:lumMod val="50000"/>
                </a:schemeClr>
              </a:gs>
              <a:gs pos="51000">
                <a:schemeClr val="accent6">
                  <a:lumMod val="75000"/>
                  <a:alpha val="0"/>
                </a:schemeClr>
              </a:gs>
            </a:gsLst>
            <a:path path="circle">
              <a:fillToRect r="100000" b="100000"/>
            </a:path>
            <a:tileRect l="-100000" t="-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E4A60CA-D100-CFE6-62AC-013A201FBB9F}"/>
              </a:ext>
            </a:extLst>
          </p:cNvPr>
          <p:cNvSpPr/>
          <p:nvPr/>
        </p:nvSpPr>
        <p:spPr>
          <a:xfrm rot="5400000">
            <a:off x="1660810" y="-1660814"/>
            <a:ext cx="6858000" cy="10179620"/>
          </a:xfrm>
          <a:prstGeom prst="rect">
            <a:avLst/>
          </a:prstGeom>
          <a:gradFill flip="none" rotWithShape="1">
            <a:gsLst>
              <a:gs pos="6000">
                <a:schemeClr val="accent3">
                  <a:lumMod val="60000"/>
                  <a:lumOff val="40000"/>
                  <a:alpha val="50000"/>
                </a:schemeClr>
              </a:gs>
              <a:gs pos="72989">
                <a:schemeClr val="bg2">
                  <a:alpha val="0"/>
                </a:schemeClr>
              </a:gs>
              <a:gs pos="37000">
                <a:schemeClr val="accent2">
                  <a:lumMod val="75000"/>
                  <a:alpha val="8000"/>
                </a:schemeClr>
              </a:gs>
            </a:gsLst>
            <a:lin ang="12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Title 4">
            <a:extLst>
              <a:ext uri="{FF2B5EF4-FFF2-40B4-BE49-F238E27FC236}">
                <a16:creationId xmlns:a16="http://schemas.microsoft.com/office/drawing/2014/main" id="{22C61630-0AC6-F4D9-545E-38A32C69F3CA}"/>
              </a:ext>
            </a:extLst>
          </p:cNvPr>
          <p:cNvSpPr>
            <a:spLocks noGrp="1"/>
          </p:cNvSpPr>
          <p:nvPr>
            <p:ph type="title"/>
          </p:nvPr>
        </p:nvSpPr>
        <p:spPr>
          <a:xfrm>
            <a:off x="274320" y="1148579"/>
            <a:ext cx="4724400" cy="2811649"/>
          </a:xfrm>
        </p:spPr>
        <p:txBody>
          <a:bodyPr anchor="t"/>
          <a:lstStyle>
            <a:lvl1pPr>
              <a:defRPr sz="5000"/>
            </a:lvl1pPr>
          </a:lstStyle>
          <a:p>
            <a:r>
              <a:rPr lang="en-US"/>
              <a:t>Click to edit Master title style</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412375" y="210114"/>
            <a:ext cx="1884796" cy="365760"/>
          </a:xfrm>
        </p:spPr>
        <p:txBody>
          <a:bodyPr/>
          <a:lstStyle/>
          <a:p>
            <a:fld id="{C2A0816E-BD5C-478F-AB95-6BE098266DF3}" type="datetime1">
              <a:rPr lang="en-US" smtClean="0"/>
              <a:t>6/15/2026</a:t>
            </a:fld>
            <a:endParaRPr lang="en-US"/>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481323" y="210114"/>
            <a:ext cx="2509284" cy="365760"/>
          </a:xfrm>
        </p:spPr>
        <p:txBody>
          <a:bodyPr/>
          <a:lstStyle>
            <a:lvl1pPr>
              <a:defRPr>
                <a:solidFill>
                  <a:schemeClr val="tx1"/>
                </a:solidFill>
              </a:defRPr>
            </a:lvl1pPr>
          </a:lstStyle>
          <a:p>
            <a:r>
              <a:rPr lang="en-US"/>
              <a:t>Sample Footer Text</a:t>
            </a:r>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481322" y="1148580"/>
            <a:ext cx="4986777" cy="4606762"/>
          </a:xfrm>
        </p:spPr>
        <p:txBody>
          <a:bodyPr vert="horz" lIns="91440" tIns="45720" rIns="91440" bIns="45720" rtlCol="0" anchor="b">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532639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84410D4-C581-C48F-5E1D-E93DA884342F}"/>
              </a:ext>
            </a:extLst>
          </p:cNvPr>
          <p:cNvSpPr/>
          <p:nvPr/>
        </p:nvSpPr>
        <p:spPr>
          <a:xfrm rot="10800000">
            <a:off x="14619" y="-2"/>
            <a:ext cx="12177379" cy="4492404"/>
          </a:xfrm>
          <a:prstGeom prst="rect">
            <a:avLst/>
          </a:prstGeom>
          <a:gradFill flip="none" rotWithShape="1">
            <a:gsLst>
              <a:gs pos="33000">
                <a:schemeClr val="bg2">
                  <a:alpha val="0"/>
                </a:schemeClr>
              </a:gs>
              <a:gs pos="82000">
                <a:schemeClr val="accent1">
                  <a:lumMod val="50000"/>
                  <a:alpha val="44000"/>
                </a:schemeClr>
              </a:gs>
              <a:gs pos="100000">
                <a:schemeClr val="accent3">
                  <a:lumMod val="60000"/>
                  <a:lumOff val="40000"/>
                  <a:alpha val="90000"/>
                </a:schemeClr>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723903" y="1161955"/>
            <a:ext cx="11468097" cy="3330447"/>
          </a:xfrm>
          <a:prstGeom prst="rect">
            <a:avLst/>
          </a:prstGeom>
          <a:gradFill>
            <a:gsLst>
              <a:gs pos="0">
                <a:schemeClr val="accent2">
                  <a:lumMod val="75000"/>
                </a:schemeClr>
              </a:gs>
              <a:gs pos="27000">
                <a:schemeClr val="bg2">
                  <a:alpha val="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3" name="Rectangle 2">
            <a:extLst>
              <a:ext uri="{FF2B5EF4-FFF2-40B4-BE49-F238E27FC236}">
                <a16:creationId xmlns:a16="http://schemas.microsoft.com/office/drawing/2014/main" id="{D31AE9B9-D0DC-50F5-FE7E-BCF950A9B60C}"/>
              </a:ext>
            </a:extLst>
          </p:cNvPr>
          <p:cNvSpPr/>
          <p:nvPr/>
        </p:nvSpPr>
        <p:spPr>
          <a:xfrm rot="10800000">
            <a:off x="-14621" y="-7466"/>
            <a:ext cx="6110621" cy="2500409"/>
          </a:xfrm>
          <a:prstGeom prst="rect">
            <a:avLst/>
          </a:prstGeom>
          <a:gradFill flip="none" rotWithShape="1">
            <a:gsLst>
              <a:gs pos="63000">
                <a:schemeClr val="bg2">
                  <a:alpha val="0"/>
                </a:schemeClr>
              </a:gs>
              <a:gs pos="100000">
                <a:schemeClr val="accent1">
                  <a:lumMod val="5000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B4D63E47-B71F-605F-2462-F6F2ED4F115C}"/>
              </a:ext>
            </a:extLst>
          </p:cNvPr>
          <p:cNvSpPr>
            <a:spLocks noGrp="1"/>
          </p:cNvSpPr>
          <p:nvPr>
            <p:ph type="title"/>
          </p:nvPr>
        </p:nvSpPr>
        <p:spPr>
          <a:xfrm>
            <a:off x="274320" y="1468924"/>
            <a:ext cx="5096176" cy="2461308"/>
          </a:xfrm>
        </p:spPr>
        <p:txBody>
          <a:bodyPr/>
          <a:lstStyle>
            <a:lvl1pPr>
              <a:defRPr sz="5000"/>
            </a:lvl1p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419100" y="210114"/>
            <a:ext cx="2064089" cy="365760"/>
          </a:xfrm>
        </p:spPr>
        <p:txBody>
          <a:bodyPr/>
          <a:lstStyle>
            <a:lvl1pPr>
              <a:defRPr>
                <a:solidFill>
                  <a:schemeClr val="tx1"/>
                </a:solidFill>
              </a:defRPr>
            </a:lvl1pPr>
          </a:lstStyle>
          <a:p>
            <a:fld id="{75515BC3-2A9C-497B-B82C-246EEDDDF89C}" type="datetime1">
              <a:rPr lang="en-US" smtClean="0"/>
              <a:t>6/15/2026</a:t>
            </a:fld>
            <a:endParaRPr lang="en-US"/>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477000" y="210114"/>
            <a:ext cx="3251508" cy="365760"/>
          </a:xfrm>
        </p:spPr>
        <p:txBody>
          <a:bodyPr/>
          <a:lstStyle>
            <a:lvl1pPr>
              <a:defRPr>
                <a:solidFill>
                  <a:schemeClr val="tx1"/>
                </a:solidFill>
              </a:defRPr>
            </a:lvl1pPr>
          </a:lstStyle>
          <a:p>
            <a:r>
              <a:rPr lang="en-US"/>
              <a:t>Sample Footer Text</a:t>
            </a:r>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487383" y="1161955"/>
            <a:ext cx="4158158" cy="2768278"/>
          </a:xfrm>
        </p:spPr>
        <p:txBody>
          <a:bodyPr vert="horz" lIns="91440" tIns="45720" rIns="91440" bIns="45720" rtlCol="0" anchor="b">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9B8CAF0-3749-D1CF-0FDA-20F4B5EE9862}"/>
              </a:ext>
            </a:extLst>
          </p:cNvPr>
          <p:cNvSpPr>
            <a:spLocks noGrp="1"/>
          </p:cNvSpPr>
          <p:nvPr>
            <p:ph type="pic" sz="quarter" idx="17" hasCustomPrompt="1"/>
          </p:nvPr>
        </p:nvSpPr>
        <p:spPr>
          <a:xfrm>
            <a:off x="0" y="4492402"/>
            <a:ext cx="12192000" cy="2365597"/>
          </a:xfrm>
          <a:blipFill>
            <a:blip r:embed="rId2">
              <a:alphaModFix amt="70000"/>
            </a:blip>
            <a:stretch>
              <a:fillRect/>
            </a:stretch>
          </a:blipFill>
        </p:spPr>
        <p:txBody>
          <a:bodyPr/>
          <a:lstStyle>
            <a:lvl1pPr>
              <a:defRPr/>
            </a:lvl1pPr>
          </a:lstStyle>
          <a:p>
            <a:r>
              <a:rPr lang="en-US" dirty="0"/>
              <a:t>   </a:t>
            </a:r>
          </a:p>
        </p:txBody>
      </p:sp>
    </p:spTree>
    <p:extLst>
      <p:ext uri="{BB962C8B-B14F-4D97-AF65-F5344CB8AC3E}">
        <p14:creationId xmlns:p14="http://schemas.microsoft.com/office/powerpoint/2010/main" val="34280861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5EF5A46-889B-82F0-E6A3-B308E2DCC951}"/>
              </a:ext>
            </a:extLst>
          </p:cNvPr>
          <p:cNvSpPr/>
          <p:nvPr/>
        </p:nvSpPr>
        <p:spPr>
          <a:xfrm rot="5400000" flipH="1" flipV="1">
            <a:off x="5012872" y="-5012874"/>
            <a:ext cx="2166257" cy="12192001"/>
          </a:xfrm>
          <a:prstGeom prst="rect">
            <a:avLst/>
          </a:prstGeom>
          <a:gradFill flip="none" rotWithShape="1">
            <a:gsLst>
              <a:gs pos="0">
                <a:schemeClr val="accent3">
                  <a:lumMod val="60000"/>
                  <a:lumOff val="40000"/>
                </a:schemeClr>
              </a:gs>
              <a:gs pos="61000">
                <a:schemeClr val="bg2">
                  <a:alpha val="0"/>
                </a:schemeClr>
              </a:gs>
            </a:gsLst>
            <a:lin ang="11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70E27D4F-6E85-4618-7F98-5F4B945ACFE4}"/>
              </a:ext>
            </a:extLst>
          </p:cNvPr>
          <p:cNvSpPr/>
          <p:nvPr/>
        </p:nvSpPr>
        <p:spPr>
          <a:xfrm rot="10800000" flipH="1" flipV="1">
            <a:off x="4836601" y="0"/>
            <a:ext cx="7355399" cy="6858000"/>
          </a:xfrm>
          <a:prstGeom prst="rect">
            <a:avLst/>
          </a:prstGeom>
          <a:gradFill flip="none" rotWithShape="1">
            <a:gsLst>
              <a:gs pos="44000">
                <a:schemeClr val="accent2">
                  <a:alpha val="28000"/>
                </a:schemeClr>
              </a:gs>
              <a:gs pos="0">
                <a:schemeClr val="accent1"/>
              </a:gs>
              <a:gs pos="75000">
                <a:schemeClr val="bg2">
                  <a:alpha val="0"/>
                </a:schemeClr>
              </a:gs>
            </a:gsLst>
            <a:lin ang="12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70C6460E-7477-249C-CA29-89DD19B3F5CB}"/>
              </a:ext>
            </a:extLst>
          </p:cNvPr>
          <p:cNvSpPr/>
          <p:nvPr/>
        </p:nvSpPr>
        <p:spPr>
          <a:xfrm rot="10800000" flipH="1" flipV="1">
            <a:off x="6749143" y="1763485"/>
            <a:ext cx="5442857" cy="5094514"/>
          </a:xfrm>
          <a:prstGeom prst="rect">
            <a:avLst/>
          </a:prstGeom>
          <a:gradFill flip="none" rotWithShape="1">
            <a:gsLst>
              <a:gs pos="0">
                <a:schemeClr val="accent5">
                  <a:lumMod val="60000"/>
                  <a:lumOff val="40000"/>
                </a:schemeClr>
              </a:gs>
              <a:gs pos="52000">
                <a:schemeClr val="accent4">
                  <a:lumMod val="50000"/>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990595"/>
            <a:ext cx="5811178" cy="3043682"/>
          </a:xfrm>
        </p:spPr>
        <p:txBody>
          <a:bodyPr anchor="b">
            <a:normAutofit/>
          </a:bodyPr>
          <a:lstStyle>
            <a:lvl1pPr>
              <a:defRPr sz="44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5CDEAC1E-5504-4723-BE4B-1DE8B305AF62}" type="datetime1">
              <a:rPr lang="en-US" smtClean="0"/>
              <a:t>6/15/2026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2" y="4167941"/>
            <a:ext cx="5811177" cy="1817223"/>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624301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637BF44-E096-ADC8-0C23-BA7E19E66787}"/>
              </a:ext>
            </a:extLst>
          </p:cNvPr>
          <p:cNvSpPr/>
          <p:nvPr/>
        </p:nvSpPr>
        <p:spPr>
          <a:xfrm rot="10800000" flipV="1">
            <a:off x="3342" y="0"/>
            <a:ext cx="5334001" cy="6858000"/>
          </a:xfrm>
          <a:prstGeom prst="rect">
            <a:avLst/>
          </a:prstGeom>
          <a:gradFill flip="none" rotWithShape="1">
            <a:gsLst>
              <a:gs pos="52000">
                <a:schemeClr val="accent2">
                  <a:alpha val="28000"/>
                </a:schemeClr>
              </a:gs>
              <a:gs pos="0">
                <a:schemeClr val="accent1"/>
              </a:gs>
              <a:gs pos="78000">
                <a:schemeClr val="bg2">
                  <a:alpha val="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E503D519-17B6-1CCD-DA98-45A0B88A04E8}"/>
              </a:ext>
            </a:extLst>
          </p:cNvPr>
          <p:cNvSpPr/>
          <p:nvPr/>
        </p:nvSpPr>
        <p:spPr>
          <a:xfrm rot="10800000" flipV="1">
            <a:off x="-2" y="1448661"/>
            <a:ext cx="7828909" cy="5409338"/>
          </a:xfrm>
          <a:prstGeom prst="rect">
            <a:avLst/>
          </a:prstGeom>
          <a:gradFill flip="none" rotWithShape="1">
            <a:gsLst>
              <a:gs pos="0">
                <a:schemeClr val="accent3">
                  <a:lumMod val="60000"/>
                  <a:lumOff val="40000"/>
                </a:schemeClr>
              </a:gs>
              <a:gs pos="52000">
                <a:schemeClr val="accent4">
                  <a:lumMod val="50000"/>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66900" y="1738353"/>
            <a:ext cx="2907231" cy="2501900"/>
          </a:xfrm>
        </p:spPr>
        <p:txBody>
          <a:bodyPr anchor="t">
            <a:normAutofit/>
          </a:bodyPr>
          <a:lstStyle>
            <a:lvl1pPr>
              <a:defRPr sz="2800">
                <a:solidFill>
                  <a:schemeClr val="tx1"/>
                </a:solidFill>
              </a:defRPr>
            </a:lvl1pPr>
          </a:lstStyle>
          <a:p>
            <a:r>
              <a:rPr lang="en-US"/>
              <a:t>Click to edit Master title style</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8E6582D0-CC23-4B30-B5F7-0EC0E82226EA}" type="datetime1">
              <a:rPr lang="en-US" smtClean="0"/>
              <a:t>6/15/2026</a:t>
            </a:fld>
            <a:endParaRPr lang="en-US"/>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r>
              <a:rPr lang="en-US"/>
              <a:t>Sample Footer Text</a:t>
            </a:r>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5334000" y="1738352"/>
            <a:ext cx="4797769" cy="3787377"/>
          </a:xfrm>
        </p:spPr>
        <p:txBody>
          <a:bodyPr vert="horz" lIns="91440" tIns="45720" rIns="73152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75885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28AA25-2696-95B5-3DD1-1DDCE335B96E}"/>
              </a:ext>
            </a:extLst>
          </p:cNvPr>
          <p:cNvSpPr/>
          <p:nvPr/>
        </p:nvSpPr>
        <p:spPr>
          <a:xfrm>
            <a:off x="0" y="0"/>
            <a:ext cx="12192000" cy="6869579"/>
          </a:xfrm>
          <a:prstGeom prst="rect">
            <a:avLst/>
          </a:prstGeom>
          <a:gradFill flip="none" rotWithShape="1">
            <a:gsLst>
              <a:gs pos="23000">
                <a:schemeClr val="bg2">
                  <a:alpha val="0"/>
                </a:schemeClr>
              </a:gs>
              <a:gs pos="61000">
                <a:schemeClr val="accent1">
                  <a:lumMod val="50000"/>
                  <a:alpha val="50000"/>
                </a:schemeClr>
              </a:gs>
              <a:gs pos="100000">
                <a:schemeClr val="accent3">
                  <a:lumMod val="60000"/>
                  <a:lumOff val="40000"/>
                </a:schemeClr>
              </a:gs>
            </a:gsLst>
            <a:lin ang="186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E6450F3-50BF-885C-FD60-BACC77C3F1E0}"/>
              </a:ext>
            </a:extLst>
          </p:cNvPr>
          <p:cNvSpPr/>
          <p:nvPr/>
        </p:nvSpPr>
        <p:spPr>
          <a:xfrm flipH="1" flipV="1">
            <a:off x="0" y="1727456"/>
            <a:ext cx="12192001" cy="5130541"/>
          </a:xfrm>
          <a:prstGeom prst="rect">
            <a:avLst/>
          </a:prstGeom>
          <a:gradFill>
            <a:gsLst>
              <a:gs pos="0">
                <a:schemeClr val="accent2">
                  <a:lumMod val="75000"/>
                </a:schemeClr>
              </a:gs>
              <a:gs pos="45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3D53C05B-A90A-250E-CBC3-E741A87656D9}"/>
              </a:ext>
            </a:extLst>
          </p:cNvPr>
          <p:cNvSpPr/>
          <p:nvPr/>
        </p:nvSpPr>
        <p:spPr>
          <a:xfrm rot="5400000">
            <a:off x="4285048" y="-1037373"/>
            <a:ext cx="6869579" cy="8944324"/>
          </a:xfrm>
          <a:prstGeom prst="rect">
            <a:avLst/>
          </a:prstGeom>
          <a:gradFill flip="none" rotWithShape="1">
            <a:gsLst>
              <a:gs pos="60000">
                <a:schemeClr val="accent5">
                  <a:alpha val="0"/>
                </a:schemeClr>
              </a:gs>
              <a:gs pos="94000">
                <a:schemeClr val="accent3">
                  <a:lumMod val="20000"/>
                  <a:lumOff val="8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0B1BC43-B272-D419-E8BB-6EFDB7CB6DE6}"/>
              </a:ext>
            </a:extLst>
          </p:cNvPr>
          <p:cNvSpPr/>
          <p:nvPr/>
        </p:nvSpPr>
        <p:spPr>
          <a:xfrm rot="16200000">
            <a:off x="3586718" y="-681705"/>
            <a:ext cx="6783165" cy="8296238"/>
          </a:xfrm>
          <a:prstGeom prst="rect">
            <a:avLst/>
          </a:prstGeom>
          <a:gradFill flip="none" rotWithShape="1">
            <a:gsLst>
              <a:gs pos="26000">
                <a:schemeClr val="bg2"/>
              </a:gs>
              <a:gs pos="73000">
                <a:schemeClr val="bg2">
                  <a:alpha val="0"/>
                </a:schemeClr>
              </a:gs>
            </a:gsLst>
            <a:path path="circle">
              <a:fillToRect l="50000" t="50000" r="50000" b="50000"/>
            </a:path>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cxnSp>
        <p:nvCxnSpPr>
          <p:cNvPr id="11" name="Straight Connector 10">
            <a:extLst>
              <a:ext uri="{FF2B5EF4-FFF2-40B4-BE49-F238E27FC236}">
                <a16:creationId xmlns:a16="http://schemas.microsoft.com/office/drawing/2014/main" id="{9E9B18E3-016A-6508-4AB9-C1B35F40CE8C}"/>
              </a:ext>
            </a:extLst>
          </p:cNvPr>
          <p:cNvCxnSpPr>
            <a:cxnSpLocks/>
          </p:cNvCxnSpPr>
          <p:nvPr/>
        </p:nvCxnSpPr>
        <p:spPr>
          <a:xfrm flipH="1">
            <a:off x="394716" y="6101080"/>
            <a:ext cx="11402568"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44A4757-EA69-EF77-262C-A183AC218312}"/>
              </a:ext>
            </a:extLst>
          </p:cNvPr>
          <p:cNvSpPr/>
          <p:nvPr/>
        </p:nvSpPr>
        <p:spPr>
          <a:xfrm rot="10800000">
            <a:off x="0" y="1"/>
            <a:ext cx="12192000" cy="5281424"/>
          </a:xfrm>
          <a:prstGeom prst="rect">
            <a:avLst/>
          </a:prstGeom>
          <a:gradFill flip="none" rotWithShape="1">
            <a:gsLst>
              <a:gs pos="52000">
                <a:schemeClr val="accent2">
                  <a:lumMod val="50000"/>
                  <a:alpha val="0"/>
                </a:schemeClr>
              </a:gs>
              <a:gs pos="100000">
                <a:schemeClr val="accent1">
                  <a:lumMod val="75000"/>
                </a:schemeClr>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1" y="914400"/>
            <a:ext cx="7498080" cy="2621280"/>
          </a:xfrm>
        </p:spPr>
        <p:txBody>
          <a:bodyPr anchor="b">
            <a:normAutofit/>
          </a:bodyPr>
          <a:lstStyle>
            <a:lvl1pPr>
              <a:defRPr sz="4800" b="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2BF3AD86-30C4-61DF-3300-53A4A4BB6D4D}"/>
              </a:ext>
            </a:extLst>
          </p:cNvPr>
          <p:cNvSpPr>
            <a:spLocks noGrp="1"/>
          </p:cNvSpPr>
          <p:nvPr>
            <p:ph type="dt" sz="half" idx="14"/>
          </p:nvPr>
        </p:nvSpPr>
        <p:spPr/>
        <p:txBody>
          <a:bodyPr/>
          <a:lstStyle/>
          <a:p>
            <a:fld id="{7DA2CEDE-2AB4-4FB8-9551-E0AA4222B1A3}" type="datetime1">
              <a:rPr lang="en-US" smtClean="0"/>
              <a:t>6/15/2026</a:t>
            </a:fld>
            <a:endParaRPr lang="en-US"/>
          </a:p>
        </p:txBody>
      </p:sp>
      <p:sp>
        <p:nvSpPr>
          <p:cNvPr id="5" name="Footer Placeholder 4">
            <a:extLst>
              <a:ext uri="{FF2B5EF4-FFF2-40B4-BE49-F238E27FC236}">
                <a16:creationId xmlns:a16="http://schemas.microsoft.com/office/drawing/2014/main" id="{B40ED380-F3FA-F88A-4719-014588A2E13B}"/>
              </a:ext>
            </a:extLst>
          </p:cNvPr>
          <p:cNvSpPr>
            <a:spLocks noGrp="1"/>
          </p:cNvSpPr>
          <p:nvPr>
            <p:ph type="ftr" sz="quarter" idx="15"/>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A218F7C8-EA2A-EA2C-5113-86B95AACB171}"/>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3901440"/>
            <a:ext cx="7498080" cy="18288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9564819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925286"/>
            <a:ext cx="6177587" cy="1635723"/>
          </a:xfrm>
        </p:spPr>
        <p:txBody>
          <a:bodyPr anchor="b">
            <a:normAutofit/>
          </a:bodyPr>
          <a:lstStyle>
            <a:lvl1pPr>
              <a:defRPr sz="44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73F7B4F8-3C61-0936-7251-8633EE5F2C1B}"/>
              </a:ext>
            </a:extLst>
          </p:cNvPr>
          <p:cNvSpPr>
            <a:spLocks noGrp="1"/>
          </p:cNvSpPr>
          <p:nvPr>
            <p:ph type="dt" sz="half" idx="14"/>
          </p:nvPr>
        </p:nvSpPr>
        <p:spPr/>
        <p:txBody>
          <a:bodyPr/>
          <a:lstStyle/>
          <a:p>
            <a:fld id="{7DA2CEDE-2AB4-4FB8-9551-E0AA4222B1A3}" type="datetime1">
              <a:rPr lang="en-US" smtClean="0"/>
              <a:t>6/15/2026</a:t>
            </a:fld>
            <a:endParaRPr lang="en-US"/>
          </a:p>
        </p:txBody>
      </p:sp>
      <p:sp>
        <p:nvSpPr>
          <p:cNvPr id="5" name="Footer Placeholder 4">
            <a:extLst>
              <a:ext uri="{FF2B5EF4-FFF2-40B4-BE49-F238E27FC236}">
                <a16:creationId xmlns:a16="http://schemas.microsoft.com/office/drawing/2014/main" id="{26DA624A-E1F8-4C9A-205B-0A6EA83A187B}"/>
              </a:ext>
            </a:extLst>
          </p:cNvPr>
          <p:cNvSpPr>
            <a:spLocks noGrp="1"/>
          </p:cNvSpPr>
          <p:nvPr>
            <p:ph type="ftr" sz="quarter" idx="15"/>
          </p:nvPr>
        </p:nvSpPr>
        <p:spPr/>
        <p:txBody>
          <a:bodyPr/>
          <a:lstStyle/>
          <a:p>
            <a:r>
              <a:rPr lang="en-US"/>
              <a:t>Sample Footer Text</a:t>
            </a:r>
          </a:p>
        </p:txBody>
      </p:sp>
      <p:sp>
        <p:nvSpPr>
          <p:cNvPr id="11" name="Slide Number Placeholder 10">
            <a:extLst>
              <a:ext uri="{FF2B5EF4-FFF2-40B4-BE49-F238E27FC236}">
                <a16:creationId xmlns:a16="http://schemas.microsoft.com/office/drawing/2014/main" id="{11848B1D-AC89-3F75-720C-6A1E8C8E7AAF}"/>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3017520"/>
            <a:ext cx="7680960" cy="34747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8F51E206-ED3F-B360-C610-1197186BA59A}"/>
              </a:ext>
            </a:extLst>
          </p:cNvPr>
          <p:cNvSpPr/>
          <p:nvPr/>
        </p:nvSpPr>
        <p:spPr>
          <a:xfrm rot="16200000" flipV="1">
            <a:off x="7683337" y="2349337"/>
            <a:ext cx="6858000" cy="2159326"/>
          </a:xfrm>
          <a:prstGeom prst="rect">
            <a:avLst/>
          </a:prstGeom>
          <a:gradFill>
            <a:gsLst>
              <a:gs pos="0">
                <a:schemeClr val="accent3"/>
              </a:gs>
              <a:gs pos="48000">
                <a:schemeClr val="bg2">
                  <a:alpha val="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Rectangle 9">
            <a:extLst>
              <a:ext uri="{FF2B5EF4-FFF2-40B4-BE49-F238E27FC236}">
                <a16:creationId xmlns:a16="http://schemas.microsoft.com/office/drawing/2014/main" id="{4D874C02-925E-C0AE-1F22-882A90A64E54}"/>
              </a:ext>
            </a:extLst>
          </p:cNvPr>
          <p:cNvSpPr/>
          <p:nvPr/>
        </p:nvSpPr>
        <p:spPr>
          <a:xfrm rot="10800000" flipH="1" flipV="1">
            <a:off x="7849486" y="0"/>
            <a:ext cx="4342514" cy="6858000"/>
          </a:xfrm>
          <a:prstGeom prst="rect">
            <a:avLst/>
          </a:prstGeom>
          <a:gradFill flip="none" rotWithShape="1">
            <a:gsLst>
              <a:gs pos="29000">
                <a:schemeClr val="accent2">
                  <a:alpha val="28000"/>
                </a:schemeClr>
              </a:gs>
              <a:gs pos="5000">
                <a:schemeClr val="accent1">
                  <a:alpha val="63000"/>
                </a:schemeClr>
              </a:gs>
              <a:gs pos="66000">
                <a:schemeClr val="bg2">
                  <a:alpha val="0"/>
                </a:schemeClr>
              </a:gs>
            </a:gsLst>
            <a:lin ang="12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Tree>
    <p:extLst>
      <p:ext uri="{BB962C8B-B14F-4D97-AF65-F5344CB8AC3E}">
        <p14:creationId xmlns:p14="http://schemas.microsoft.com/office/powerpoint/2010/main" val="35067437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ontent 6">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CB42C01-B12A-AF17-D0E9-403E14D1D1A7}"/>
              </a:ext>
            </a:extLst>
          </p:cNvPr>
          <p:cNvSpPr/>
          <p:nvPr/>
        </p:nvSpPr>
        <p:spPr>
          <a:xfrm rot="10800000" flipH="1">
            <a:off x="391802" y="773848"/>
            <a:ext cx="11800198" cy="3151902"/>
          </a:xfrm>
          <a:prstGeom prst="rect">
            <a:avLst/>
          </a:prstGeom>
          <a:gradFill>
            <a:gsLst>
              <a:gs pos="79000">
                <a:schemeClr val="bg2">
                  <a:alpha val="0"/>
                </a:schemeClr>
              </a:gs>
              <a:gs pos="100000">
                <a:schemeClr val="accent5">
                  <a:lumMod val="75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04AA29D-41E7-06F1-DA88-95401F827C71}"/>
              </a:ext>
            </a:extLst>
          </p:cNvPr>
          <p:cNvSpPr/>
          <p:nvPr/>
        </p:nvSpPr>
        <p:spPr>
          <a:xfrm rot="10800000" flipH="1">
            <a:off x="0" y="773847"/>
            <a:ext cx="11026588" cy="1634270"/>
          </a:xfrm>
          <a:prstGeom prst="rect">
            <a:avLst/>
          </a:prstGeom>
          <a:gradFill flip="none" rotWithShape="1">
            <a:gsLst>
              <a:gs pos="575">
                <a:schemeClr val="accent2"/>
              </a:gs>
              <a:gs pos="3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66900" y="1918144"/>
            <a:ext cx="2939186" cy="2096814"/>
          </a:xfrm>
        </p:spPr>
        <p:txBody>
          <a:bodyPr vert="horz" lIns="91440" tIns="45720" rIns="91440" bIns="45720" rtlCol="0" anchor="t">
            <a:normAutofit/>
          </a:bodyPr>
          <a:lstStyle>
            <a:lvl1pPr>
              <a:defRPr lang="en-US" dirty="0">
                <a:solidFill>
                  <a:schemeClr val="tx1"/>
                </a:solidFill>
              </a:defRPr>
            </a:lvl1pPr>
          </a:lstStyle>
          <a:p>
            <a:pPr lvl="0"/>
            <a:r>
              <a:rPr lang="en-US"/>
              <a:t>Click to edit Master title style</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3E08220-0958-4EB6-84AC-FBA5654D4035}" type="datetime1">
              <a:rPr lang="en-US" smtClean="0"/>
              <a:t>6/15/2026</a:t>
            </a:fld>
            <a:endParaRPr lang="en-US"/>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a:xfrm>
            <a:off x="5334000" y="210114"/>
            <a:ext cx="2939491"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34000" y="1918145"/>
            <a:ext cx="4991100" cy="41330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179845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25717"/>
            <a:ext cx="3144282" cy="2443427"/>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8149B0F-FE5F-465D-BF44-EE1D3847CE00}" type="datetime1">
              <a:rPr lang="en-US" smtClean="0"/>
              <a:t>6/15/2026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0069" y="210114"/>
            <a:ext cx="2664515"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0070" y="1025717"/>
            <a:ext cx="6306086" cy="5335754"/>
          </a:xfrm>
        </p:spPr>
        <p:txBody>
          <a:bodyPr vert="horz" lIns="91440" tIns="45720" rIns="82296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90087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22376"/>
            <a:ext cx="9875520" cy="731520"/>
          </a:xfrm>
        </p:spPr>
        <p:txBody>
          <a:bodyPr anchor="b">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7DA9862-2C49-41B4-AD0B-6F93BC6DDDF8}" type="datetime1">
              <a:rPr lang="en-US" smtClean="0"/>
              <a:t>6/15/2026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Rectangle 9">
            <a:extLst>
              <a:ext uri="{FF2B5EF4-FFF2-40B4-BE49-F238E27FC236}">
                <a16:creationId xmlns:a16="http://schemas.microsoft.com/office/drawing/2014/main" id="{67BDEC48-6AF0-A15B-1E5D-9476B32733A4}"/>
              </a:ext>
            </a:extLst>
          </p:cNvPr>
          <p:cNvSpPr/>
          <p:nvPr/>
        </p:nvSpPr>
        <p:spPr>
          <a:xfrm rot="10800000" flipH="1">
            <a:off x="0" y="1700784"/>
            <a:ext cx="12192000" cy="2406798"/>
          </a:xfrm>
          <a:prstGeom prst="rect">
            <a:avLst/>
          </a:prstGeom>
          <a:gradFill>
            <a:gsLst>
              <a:gs pos="79000">
                <a:schemeClr val="bg2">
                  <a:alpha val="0"/>
                </a:schemeClr>
              </a:gs>
              <a:gs pos="100000">
                <a:schemeClr val="accent6">
                  <a:alpha val="66000"/>
                </a:schemeClr>
              </a:gs>
            </a:gsLst>
            <a:lin ang="564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CCDA7C-EB2B-A59A-8F97-263F3FE42D52}"/>
              </a:ext>
            </a:extLst>
          </p:cNvPr>
          <p:cNvSpPr/>
          <p:nvPr/>
        </p:nvSpPr>
        <p:spPr>
          <a:xfrm rot="10800000">
            <a:off x="1159597" y="1700784"/>
            <a:ext cx="11032403" cy="1260888"/>
          </a:xfrm>
          <a:prstGeom prst="rect">
            <a:avLst/>
          </a:prstGeom>
          <a:gradFill flip="none" rotWithShape="1">
            <a:gsLst>
              <a:gs pos="21830">
                <a:schemeClr val="accent1">
                  <a:lumMod val="75000"/>
                  <a:alpha val="35000"/>
                </a:schemeClr>
              </a:gs>
              <a:gs pos="0">
                <a:schemeClr val="accent3">
                  <a:lumMod val="60000"/>
                  <a:lumOff val="40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2011679"/>
            <a:ext cx="1161288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081348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25717"/>
            <a:ext cx="3144282" cy="2443427"/>
          </a:xfrm>
        </p:spPr>
        <p:txBody>
          <a:bodyPr anchor="t">
            <a:normAutofit/>
          </a:bodyPr>
          <a:lstStyle>
            <a:lvl1pPr>
              <a:defRPr sz="28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8149B0F-FE5F-465D-BF44-EE1D3847CE00}" type="datetime1">
              <a:rPr lang="en-US" smtClean="0"/>
              <a:t>6/15/2026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0069" y="210114"/>
            <a:ext cx="2664515"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0070" y="1025717"/>
            <a:ext cx="7420178" cy="5375082"/>
          </a:xfrm>
        </p:spPr>
        <p:txBody>
          <a:bodyPr vert="horz" lIns="91440" tIns="45720" rIns="82296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4377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500"/>
            <a:ext cx="3332784" cy="1581912"/>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301752" y="205986"/>
            <a:ext cx="1097280" cy="365760"/>
          </a:xfrm>
        </p:spPr>
        <p:txBody>
          <a:bodyPr/>
          <a:lstStyle/>
          <a:p>
            <a:fld id="{37D881E9-FF16-48A7-B8AA-A17AAAEAD6E1}" type="datetime1">
              <a:rPr lang="en-US" smtClean="0"/>
              <a:t>6/15/2026</a:t>
            </a:fld>
            <a:endParaRPr lang="en-US"/>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1494378" y="207291"/>
            <a:ext cx="1639372"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a:xfrm>
            <a:off x="3140760" y="210114"/>
            <a:ext cx="493776"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301752" y="3099816"/>
            <a:ext cx="3332784" cy="3054096"/>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4152900" y="0"/>
            <a:ext cx="8039100" cy="6858000"/>
          </a:xfrm>
          <a:blipFill dpi="0" rotWithShape="1">
            <a:blip r:embed="rId2">
              <a:alphaModFix amt="60000"/>
            </a:blip>
            <a:srcRect/>
            <a:stretch>
              <a:fillRect/>
            </a:stretch>
          </a:blipFill>
        </p:spPr>
        <p:txBody>
          <a:bodyPr/>
          <a:lstStyle>
            <a:lvl1pPr>
              <a:defRPr/>
            </a:lvl1pPr>
          </a:lstStyle>
          <a:p>
            <a:r>
              <a:rPr lang="en-US" dirty="0"/>
              <a:t>   </a:t>
            </a:r>
          </a:p>
        </p:txBody>
      </p:sp>
      <p:cxnSp>
        <p:nvCxnSpPr>
          <p:cNvPr id="5" name="Straight Connector 4">
            <a:extLst>
              <a:ext uri="{FF2B5EF4-FFF2-40B4-BE49-F238E27FC236}">
                <a16:creationId xmlns:a16="http://schemas.microsoft.com/office/drawing/2014/main" id="{2A942C55-3382-C50D-76EB-793EA21DA34F}"/>
              </a:ext>
            </a:extLst>
          </p:cNvPr>
          <p:cNvCxnSpPr>
            <a:cxnSpLocks/>
          </p:cNvCxnSpPr>
          <p:nvPr/>
        </p:nvCxnSpPr>
        <p:spPr>
          <a:xfrm flipH="1">
            <a:off x="397288" y="2811277"/>
            <a:ext cx="324613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94914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59103" y="952500"/>
            <a:ext cx="3239262" cy="1582882"/>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0" y="0"/>
            <a:ext cx="7620000" cy="6858001"/>
          </a:xfrm>
          <a:blipFill>
            <a:blip r:embed="rId2">
              <a:alphaModFix amt="60000"/>
            </a:blip>
            <a:stretch>
              <a:fillRect/>
            </a:stretch>
          </a:blipFill>
        </p:spPr>
        <p:txBody>
          <a:bodyPr/>
          <a:lstStyle>
            <a:lvl1pPr>
              <a:defRPr/>
            </a:lvl1pPr>
          </a:lstStyle>
          <a:p>
            <a:r>
              <a:rPr lang="en-US" dirty="0"/>
              <a:t>   </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381000" y="210114"/>
            <a:ext cx="1413537" cy="365760"/>
          </a:xfrm>
        </p:spPr>
        <p:txBody>
          <a:bodyPr/>
          <a:lstStyle/>
          <a:p>
            <a:fld id="{52D95AE2-CFB9-4B68-957C-4721356B27A9}" type="datetime1">
              <a:rPr lang="en-US" smtClean="0"/>
              <a:t>6/15/2026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50916" y="210114"/>
            <a:ext cx="2333520"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59103" y="3103929"/>
            <a:ext cx="3239262" cy="3109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A2AF1B15-A912-4D71-3A1C-A97F524B9DE0}"/>
              </a:ext>
            </a:extLst>
          </p:cNvPr>
          <p:cNvCxnSpPr>
            <a:cxnSpLocks/>
          </p:cNvCxnSpPr>
          <p:nvPr/>
        </p:nvCxnSpPr>
        <p:spPr>
          <a:xfrm flipH="1">
            <a:off x="8237415" y="2811277"/>
            <a:ext cx="324613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68003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4282051"/>
            <a:ext cx="3410958" cy="1532976"/>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0"/>
            <a:ext cx="12192000" cy="3864075"/>
          </a:xfrm>
          <a:blipFill dpi="0" rotWithShape="1">
            <a:blip r:embed="rId2">
              <a:alphaModFix amt="60000"/>
            </a:blip>
            <a:srcRect/>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4282051"/>
            <a:ext cx="7010399" cy="1532976"/>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01752" y="6263640"/>
            <a:ext cx="1759288" cy="365760"/>
          </a:xfrm>
        </p:spPr>
        <p:txBody>
          <a:bodyPr/>
          <a:lstStyle/>
          <a:p>
            <a:fld id="{862C1B48-5712-40E8-928E-1136C5D12A17}" type="datetime1">
              <a:rPr lang="en-US" smtClean="0"/>
              <a:t>6/15/2026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6263640"/>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300323" y="6263640"/>
            <a:ext cx="605475" cy="365760"/>
          </a:xfrm>
        </p:spPr>
        <p:txBody>
          <a:bodyPr/>
          <a:lstStyle/>
          <a:p>
            <a:fld id="{5E0677F5-4A8A-4BF1-96BE-3BAE8FBAFE2E}" type="slidenum">
              <a:rPr lang="en-US" smtClean="0"/>
              <a:t>‹#›</a:t>
            </a:fld>
            <a:endParaRPr lang="en-US"/>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88655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491984" y="955810"/>
            <a:ext cx="4114800" cy="1244051"/>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0" y="1"/>
            <a:ext cx="6959600" cy="6858000"/>
          </a:xfrm>
          <a:blipFill>
            <a:blip r:embed="rId2">
              <a:alphaModFix amt="60000"/>
            </a:blip>
            <a:stretch>
              <a:fillRect/>
            </a:stretch>
          </a:blipFill>
        </p:spPr>
        <p:txBody>
          <a:bodyPr/>
          <a:lstStyle>
            <a:lvl1pPr>
              <a:defRPr/>
            </a:lvl1pPr>
          </a:lstStyle>
          <a:p>
            <a:r>
              <a:rPr lang="en-US" dirty="0"/>
              <a:t>   </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7469431" y="210114"/>
            <a:ext cx="1485900" cy="365760"/>
          </a:xfrm>
        </p:spPr>
        <p:txBody>
          <a:bodyPr/>
          <a:lstStyle/>
          <a:p>
            <a:fld id="{2BDF39F2-6977-4B14-98E3-4DFE82804B0D}" type="datetime1">
              <a:rPr lang="en-US" smtClean="0"/>
              <a:t>6/15/2026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9376096" y="210114"/>
            <a:ext cx="1860464"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491984" y="2791033"/>
            <a:ext cx="4114800" cy="33832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BE9AF0A0-5001-F380-4488-B02AB3C79B31}"/>
              </a:ext>
            </a:extLst>
          </p:cNvPr>
          <p:cNvCxnSpPr>
            <a:cxnSpLocks/>
          </p:cNvCxnSpPr>
          <p:nvPr/>
        </p:nvCxnSpPr>
        <p:spPr>
          <a:xfrm flipH="1">
            <a:off x="7595441" y="2475756"/>
            <a:ext cx="4011343"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D0235B-B98B-7313-28E9-8E643CDFF4A6}"/>
              </a:ext>
            </a:extLst>
          </p:cNvPr>
          <p:cNvSpPr/>
          <p:nvPr userDrawn="1"/>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691089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a:off x="0"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1" y="955810"/>
            <a:ext cx="4114799" cy="1244051"/>
          </a:xfrm>
        </p:spPr>
        <p:txBody>
          <a:bodyPr anchor="b"/>
          <a:lstStyle/>
          <a:p>
            <a:r>
              <a:rPr lang="en-US"/>
              <a:t>Click to edit Master title style</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301752" y="210114"/>
            <a:ext cx="1485900" cy="365760"/>
          </a:xfrm>
        </p:spPr>
        <p:txBody>
          <a:bodyPr/>
          <a:lstStyle/>
          <a:p>
            <a:fld id="{2BDF39F2-6977-4B14-98E3-4DFE82804B0D}" type="datetime1">
              <a:rPr lang="en-US" smtClean="0"/>
              <a:t>6/15/2026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2268722" y="210114"/>
            <a:ext cx="1860464"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a:xfrm>
            <a:off x="4192949" y="210114"/>
            <a:ext cx="605475"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301752" y="2788920"/>
            <a:ext cx="4114800" cy="33832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5232400" y="1"/>
            <a:ext cx="6959600" cy="6858000"/>
          </a:xfrm>
          <a:blipFill>
            <a:blip r:embed="rId2">
              <a:alphaModFix amt="60000"/>
            </a:blip>
            <a:stretch>
              <a:fillRect/>
            </a:stretch>
          </a:blipFill>
        </p:spPr>
        <p:txBody>
          <a:bodyPr/>
          <a:lstStyle>
            <a:lvl1pPr>
              <a:defRPr/>
            </a:lvl1pPr>
          </a:lstStyle>
          <a:p>
            <a:r>
              <a:rPr lang="en-US" dirty="0"/>
              <a:t>   </a:t>
            </a:r>
          </a:p>
        </p:txBody>
      </p:sp>
      <p:cxnSp>
        <p:nvCxnSpPr>
          <p:cNvPr id="5" name="Straight Connector 4">
            <a:extLst>
              <a:ext uri="{FF2B5EF4-FFF2-40B4-BE49-F238E27FC236}">
                <a16:creationId xmlns:a16="http://schemas.microsoft.com/office/drawing/2014/main" id="{F5904EB0-09B1-E4AD-6BEA-66B82835A61F}"/>
              </a:ext>
            </a:extLst>
          </p:cNvPr>
          <p:cNvCxnSpPr>
            <a:cxnSpLocks/>
          </p:cNvCxnSpPr>
          <p:nvPr/>
        </p:nvCxnSpPr>
        <p:spPr>
          <a:xfrm flipH="1">
            <a:off x="395444" y="2475756"/>
            <a:ext cx="4011343"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DB01857F-DF9F-2A98-2C2B-889C9BE29432}"/>
              </a:ext>
            </a:extLst>
          </p:cNvPr>
          <p:cNvSpPr/>
          <p:nvPr userDrawn="1"/>
        </p:nvSpPr>
        <p:spPr>
          <a:xfrm>
            <a:off x="0"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5191340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017686"/>
            <a:ext cx="3410958" cy="1532976"/>
          </a:xfrm>
        </p:spPr>
        <p:txBody>
          <a:bodyPr anchor="t">
            <a:normAutofit/>
          </a:bodyPr>
          <a:lstStyle>
            <a:lvl1pPr>
              <a:defRPr sz="2800"/>
            </a:lvl1pPr>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62C1B48-5712-40E8-928E-1136C5D12A17}" type="datetime1">
              <a:rPr lang="en-US" smtClean="0"/>
              <a:t>6/15/2026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210114"/>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1017686"/>
            <a:ext cx="7010399" cy="237744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3837709"/>
            <a:ext cx="12192000" cy="3020291"/>
          </a:xfrm>
          <a:blipFill dpi="0" rotWithShape="1">
            <a:blip r:embed="rId2">
              <a:alphaModFix amt="60000"/>
            </a:blip>
            <a:srcRect/>
            <a:stretch>
              <a:fillRect t="-27937"/>
            </a:stretch>
          </a:blipFill>
        </p:spPr>
        <p:txBody>
          <a:bodyPr/>
          <a:lstStyle>
            <a:lvl1pPr>
              <a:defRPr/>
            </a:lvl1pPr>
          </a:lstStyle>
          <a:p>
            <a:r>
              <a:rPr lang="en-US" dirty="0"/>
              <a:t>   </a:t>
            </a:r>
          </a:p>
        </p:txBody>
      </p:sp>
    </p:spTree>
    <p:extLst>
      <p:ext uri="{BB962C8B-B14F-4D97-AF65-F5344CB8AC3E}">
        <p14:creationId xmlns:p14="http://schemas.microsoft.com/office/powerpoint/2010/main" val="36615521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3383280"/>
            <a:ext cx="3410958" cy="1532976"/>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3017520"/>
          </a:xfrm>
          <a:blipFill dpi="0" rotWithShape="1">
            <a:blip r:embed="rId2">
              <a:alphaModFix amt="60000"/>
            </a:blip>
            <a:srcRect/>
            <a:stretch>
              <a:fillRect b="-29122"/>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3383280"/>
            <a:ext cx="7010399" cy="237744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01752" y="6263640"/>
            <a:ext cx="1759288" cy="365760"/>
          </a:xfrm>
        </p:spPr>
        <p:txBody>
          <a:bodyPr/>
          <a:lstStyle/>
          <a:p>
            <a:fld id="{862C1B48-5712-40E8-928E-1136C5D12A17}" type="datetime1">
              <a:rPr lang="en-US" smtClean="0"/>
              <a:t>6/15/2026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6263640"/>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300323" y="6263640"/>
            <a:ext cx="605475" cy="365760"/>
          </a:xfrm>
        </p:spPr>
        <p:txBody>
          <a:bodyPr/>
          <a:lstStyle/>
          <a:p>
            <a:fld id="{5E0677F5-4A8A-4BF1-96BE-3BAE8FBAFE2E}" type="slidenum">
              <a:rPr lang="en-US" smtClean="0"/>
              <a:t>‹#›</a:t>
            </a:fld>
            <a:endParaRPr lang="en-US"/>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780292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371600"/>
            <a:ext cx="3474720" cy="228600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23EC03A-74B3-46B6-A70D-0B367EABDC7F}" type="datetime1">
              <a:rPr lang="en-US" smtClean="0"/>
              <a:t>6/15/2026</a:t>
            </a:fld>
            <a:endParaRPr lang="en-US"/>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4457700" y="210114"/>
            <a:ext cx="2859307"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7611572" y="210114"/>
            <a:ext cx="605475"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4457700" y="1371600"/>
            <a:ext cx="3368778" cy="4701943"/>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8731045" y="0"/>
            <a:ext cx="3460955" cy="6866879"/>
          </a:xfrm>
          <a:blipFill>
            <a:blip r:embed="rId2">
              <a:alphaModFix amt="60000"/>
            </a:blip>
            <a:stretch>
              <a:fillRect/>
            </a:stretch>
          </a:blipFill>
        </p:spPr>
        <p:txBody>
          <a:bodyPr/>
          <a:lstStyle>
            <a:lvl1pPr>
              <a:defRPr/>
            </a:lvl1pPr>
          </a:lstStyle>
          <a:p>
            <a:r>
              <a:rPr lang="en-US" dirty="0"/>
              <a:t>   </a:t>
            </a:r>
          </a:p>
        </p:txBody>
      </p:sp>
      <p:sp>
        <p:nvSpPr>
          <p:cNvPr id="5" name="Rectangle 4">
            <a:extLst>
              <a:ext uri="{FF2B5EF4-FFF2-40B4-BE49-F238E27FC236}">
                <a16:creationId xmlns:a16="http://schemas.microsoft.com/office/drawing/2014/main" id="{6D750207-6F0E-41F2-98B5-15BCAB2BF9AD}"/>
              </a:ext>
            </a:extLst>
          </p:cNvPr>
          <p:cNvSpPr/>
          <p:nvPr/>
        </p:nvSpPr>
        <p:spPr>
          <a:xfrm flipH="1">
            <a:off x="0" y="4771072"/>
            <a:ext cx="4874661" cy="2095805"/>
          </a:xfrm>
          <a:prstGeom prst="rect">
            <a:avLst/>
          </a:prstGeom>
          <a:gradFill>
            <a:gsLst>
              <a:gs pos="67000">
                <a:schemeClr val="bg2">
                  <a:alpha val="0"/>
                </a:schemeClr>
              </a:gs>
              <a:gs pos="95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21E79A5-CC18-0B38-C9F4-CA5690475280}"/>
              </a:ext>
            </a:extLst>
          </p:cNvPr>
          <p:cNvSpPr/>
          <p:nvPr/>
        </p:nvSpPr>
        <p:spPr>
          <a:xfrm flipH="1">
            <a:off x="-2" y="3852909"/>
            <a:ext cx="2823100" cy="3022846"/>
          </a:xfrm>
          <a:prstGeom prst="rect">
            <a:avLst/>
          </a:prstGeom>
          <a:gradFill flip="none" rotWithShape="1">
            <a:gsLst>
              <a:gs pos="0">
                <a:schemeClr val="tx2">
                  <a:alpha val="50000"/>
                </a:schemeClr>
              </a:gs>
              <a:gs pos="17000">
                <a:schemeClr val="accent6">
                  <a:lumMod val="60000"/>
                  <a:lumOff val="40000"/>
                  <a:alpha val="52000"/>
                </a:schemeClr>
              </a:gs>
              <a:gs pos="58000">
                <a:schemeClr val="bg1">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7" name="Straight Connector 6">
            <a:extLst>
              <a:ext uri="{FF2B5EF4-FFF2-40B4-BE49-F238E27FC236}">
                <a16:creationId xmlns:a16="http://schemas.microsoft.com/office/drawing/2014/main" id="{B80496BC-B679-515B-9928-2CC91AD7A8A2}"/>
              </a:ext>
            </a:extLst>
          </p:cNvPr>
          <p:cNvCxnSpPr>
            <a:cxnSpLocks/>
          </p:cNvCxnSpPr>
          <p:nvPr userDrawn="1"/>
        </p:nvCxnSpPr>
        <p:spPr>
          <a:xfrm flipH="1">
            <a:off x="397002" y="751313"/>
            <a:ext cx="772668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38947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499"/>
            <a:ext cx="6751127" cy="1250871"/>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01752" y="203862"/>
            <a:ext cx="2286000" cy="365760"/>
          </a:xfrm>
        </p:spPr>
        <p:txBody>
          <a:bodyPr/>
          <a:lstStyle/>
          <a:p>
            <a:fld id="{D6F66A7C-2450-4D43-AEC7-53AFAE9E8A03}" type="datetime1">
              <a:rPr lang="en-US" smtClean="0"/>
              <a:t>6/15/2026</a:t>
            </a:fld>
            <a:endParaRPr lang="en-US"/>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2590800" y="203862"/>
            <a:ext cx="2775003"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6247336" y="203862"/>
            <a:ext cx="864794"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01752" y="2410518"/>
            <a:ext cx="6755514" cy="38074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7620000" y="0"/>
            <a:ext cx="4572000" cy="6858000"/>
          </a:xfrm>
          <a:blipFill>
            <a:blip r:embed="rId2">
              <a:alphaModFix amt="60000"/>
            </a:blip>
            <a:stretch>
              <a:fillRect/>
            </a:stretch>
          </a:blipFill>
        </p:spPr>
        <p:txBody>
          <a:bodyPr/>
          <a:lstStyle>
            <a:lvl1pPr>
              <a:defRPr/>
            </a:lvl1pPr>
          </a:lstStyle>
          <a:p>
            <a:r>
              <a:rPr lang="en-US" dirty="0"/>
              <a:t>    </a:t>
            </a:r>
          </a:p>
        </p:txBody>
      </p:sp>
      <p:sp>
        <p:nvSpPr>
          <p:cNvPr id="6" name="Rectangle 5">
            <a:extLst>
              <a:ext uri="{FF2B5EF4-FFF2-40B4-BE49-F238E27FC236}">
                <a16:creationId xmlns:a16="http://schemas.microsoft.com/office/drawing/2014/main" id="{EC640749-9485-B575-4B2A-075EAA112D08}"/>
              </a:ext>
            </a:extLst>
          </p:cNvPr>
          <p:cNvSpPr/>
          <p:nvPr/>
        </p:nvSpPr>
        <p:spPr>
          <a:xfrm flipH="1">
            <a:off x="0" y="3706098"/>
            <a:ext cx="7620000" cy="3151902"/>
          </a:xfrm>
          <a:prstGeom prst="rect">
            <a:avLst/>
          </a:prstGeom>
          <a:gradFill>
            <a:gsLst>
              <a:gs pos="79000">
                <a:schemeClr val="bg2">
                  <a:alpha val="0"/>
                </a:schemeClr>
              </a:gs>
              <a:gs pos="100000">
                <a:schemeClr val="accent6">
                  <a:alpha val="66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5E19E54-3987-D72A-629F-B4FB61FCC4E9}"/>
              </a:ext>
            </a:extLst>
          </p:cNvPr>
          <p:cNvSpPr/>
          <p:nvPr/>
        </p:nvSpPr>
        <p:spPr>
          <a:xfrm flipH="1">
            <a:off x="0" y="5597112"/>
            <a:ext cx="7620000" cy="1260888"/>
          </a:xfrm>
          <a:prstGeom prst="rect">
            <a:avLst/>
          </a:prstGeom>
          <a:gradFill flip="none" rotWithShape="1">
            <a:gsLst>
              <a:gs pos="21830">
                <a:schemeClr val="accent1">
                  <a:alpha val="29000"/>
                </a:schemeClr>
              </a:gs>
              <a:gs pos="0">
                <a:schemeClr val="accent5">
                  <a:lumMod val="60000"/>
                  <a:lumOff val="40000"/>
                  <a:alpha val="84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1" name="Straight Connector 10">
            <a:extLst>
              <a:ext uri="{FF2B5EF4-FFF2-40B4-BE49-F238E27FC236}">
                <a16:creationId xmlns:a16="http://schemas.microsoft.com/office/drawing/2014/main" id="{D34DF899-11E5-3A31-4C5A-75E63BA26BC6}"/>
              </a:ext>
            </a:extLst>
          </p:cNvPr>
          <p:cNvCxnSpPr>
            <a:cxnSpLocks/>
          </p:cNvCxnSpPr>
          <p:nvPr/>
        </p:nvCxnSpPr>
        <p:spPr>
          <a:xfrm flipH="1">
            <a:off x="397002" y="751313"/>
            <a:ext cx="6620256"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4331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46341" y="1005840"/>
            <a:ext cx="5098676" cy="885847"/>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 y="0"/>
            <a:ext cx="5627801" cy="6858001"/>
          </a:xfrm>
          <a:blipFill>
            <a:blip r:embed="rId2">
              <a:alphaModFix amt="60000"/>
            </a:blip>
            <a:stretch>
              <a:fillRect/>
            </a:stretch>
          </a:blipFill>
        </p:spPr>
        <p:txBody>
          <a:bodyPr/>
          <a:lstStyle>
            <a:lvl1pPr>
              <a:defRPr/>
            </a:lvl1pPr>
          </a:lstStyle>
          <a:p>
            <a:r>
              <a:rPr lang="en-US" dirty="0"/>
              <a:t>   </a:t>
            </a:r>
          </a:p>
        </p:txBody>
      </p:sp>
      <p:sp>
        <p:nvSpPr>
          <p:cNvPr id="3" name="Date Placeholder 2">
            <a:extLst>
              <a:ext uri="{FF2B5EF4-FFF2-40B4-BE49-F238E27FC236}">
                <a16:creationId xmlns:a16="http://schemas.microsoft.com/office/drawing/2014/main" id="{8C8F33F2-F4BB-B275-F273-C808EF0E4C3F}"/>
              </a:ext>
            </a:extLst>
          </p:cNvPr>
          <p:cNvSpPr>
            <a:spLocks noGrp="1"/>
          </p:cNvSpPr>
          <p:nvPr>
            <p:ph type="dt" sz="half" idx="16"/>
          </p:nvPr>
        </p:nvSpPr>
        <p:spPr/>
        <p:txBody>
          <a:bodyPr/>
          <a:lstStyle/>
          <a:p>
            <a:fld id="{7DA2CEDE-2AB4-4FB8-9551-E0AA4222B1A3}" type="datetime1">
              <a:rPr lang="en-US" smtClean="0"/>
              <a:t>6/15/2026</a:t>
            </a:fld>
            <a:endParaRPr lang="en-US"/>
          </a:p>
        </p:txBody>
      </p:sp>
      <p:sp>
        <p:nvSpPr>
          <p:cNvPr id="7" name="Footer Placeholder 6">
            <a:extLst>
              <a:ext uri="{FF2B5EF4-FFF2-40B4-BE49-F238E27FC236}">
                <a16:creationId xmlns:a16="http://schemas.microsoft.com/office/drawing/2014/main" id="{13F4D515-6DB5-140D-B839-CB332F27BDD7}"/>
              </a:ext>
            </a:extLst>
          </p:cNvPr>
          <p:cNvSpPr>
            <a:spLocks noGrp="1"/>
          </p:cNvSpPr>
          <p:nvPr>
            <p:ph type="ftr" sz="quarter" idx="17"/>
          </p:nvPr>
        </p:nvSpPr>
        <p:spPr>
          <a:xfrm>
            <a:off x="6146341"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6C24E981-2AEE-AD42-76FB-6003D79DAE8C}"/>
              </a:ext>
            </a:extLst>
          </p:cNvPr>
          <p:cNvSpPr>
            <a:spLocks noGrp="1"/>
          </p:cNvSpPr>
          <p:nvPr>
            <p:ph type="sldNum" sz="quarter" idx="18"/>
          </p:nvPr>
        </p:nvSpPr>
        <p:spPr/>
        <p:txBody>
          <a:bodyPr/>
          <a:lstStyle/>
          <a:p>
            <a:fld id="{5E0677F5-4A8A-4BF1-96BE-3BAE8FBAFE2E}" type="slidenum">
              <a:rPr lang="en-US" smtClean="0"/>
              <a:pPr/>
              <a:t>‹#›</a:t>
            </a:fld>
            <a:endParaRPr lang="en-US"/>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6155767" y="2047285"/>
            <a:ext cx="5098675" cy="4048715"/>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969FB954-0266-229D-9FE8-7EEDE4102171}"/>
              </a:ext>
            </a:extLst>
          </p:cNvPr>
          <p:cNvCxnSpPr>
            <a:cxnSpLocks/>
          </p:cNvCxnSpPr>
          <p:nvPr/>
        </p:nvCxnSpPr>
        <p:spPr>
          <a:xfrm flipH="1">
            <a:off x="6247224" y="751313"/>
            <a:ext cx="555006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08637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014984"/>
            <a:ext cx="2820593" cy="2018221"/>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23EC03A-74B3-46B6-A70D-0B367EABDC7F}" type="datetime1">
              <a:rPr lang="en-US" smtClean="0"/>
              <a:t>6/15/2026</a:t>
            </a:fld>
            <a:endParaRPr lang="en-US"/>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3668134" y="210114"/>
            <a:ext cx="3302000"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7178517" y="210114"/>
            <a:ext cx="605475"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3669802" y="1014984"/>
            <a:ext cx="3951867" cy="5088504"/>
          </a:xfrm>
        </p:spPr>
        <p:txBody>
          <a:bodyPr rIns="27432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8288976" y="0"/>
            <a:ext cx="3903023" cy="6857999"/>
          </a:xfrm>
          <a:blipFill>
            <a:blip r:embed="rId2">
              <a:alphaModFix amt="60000"/>
            </a:blip>
            <a:stretch>
              <a:fillRect/>
            </a:stretch>
          </a:blipFill>
        </p:spPr>
        <p:txBody>
          <a:bodyPr/>
          <a:lstStyle>
            <a:lvl1pPr>
              <a:defRPr/>
            </a:lvl1pPr>
          </a:lstStyle>
          <a:p>
            <a:r>
              <a:rPr lang="en-US" dirty="0"/>
              <a:t>   </a:t>
            </a:r>
          </a:p>
        </p:txBody>
      </p:sp>
      <p:cxnSp>
        <p:nvCxnSpPr>
          <p:cNvPr id="7" name="Straight Connector 6">
            <a:extLst>
              <a:ext uri="{FF2B5EF4-FFF2-40B4-BE49-F238E27FC236}">
                <a16:creationId xmlns:a16="http://schemas.microsoft.com/office/drawing/2014/main" id="{9A521034-7090-2D31-55C9-25FDCC8BE1D5}"/>
              </a:ext>
            </a:extLst>
          </p:cNvPr>
          <p:cNvCxnSpPr>
            <a:cxnSpLocks/>
          </p:cNvCxnSpPr>
          <p:nvPr/>
        </p:nvCxnSpPr>
        <p:spPr>
          <a:xfrm flipH="1">
            <a:off x="397002" y="751313"/>
            <a:ext cx="729776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BEA23E8F-F4E2-0421-02A4-4F2398C907D3}"/>
              </a:ext>
            </a:extLst>
          </p:cNvPr>
          <p:cNvSpPr/>
          <p:nvPr/>
        </p:nvSpPr>
        <p:spPr>
          <a:xfrm flipH="1">
            <a:off x="0" y="3644910"/>
            <a:ext cx="1854200" cy="3213090"/>
          </a:xfrm>
          <a:prstGeom prst="rect">
            <a:avLst/>
          </a:prstGeom>
          <a:gradFill>
            <a:gsLst>
              <a:gs pos="60000">
                <a:schemeClr val="bg2">
                  <a:alpha val="0"/>
                </a:schemeClr>
              </a:gs>
              <a:gs pos="100000">
                <a:schemeClr val="accent6"/>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182988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2834639"/>
            <a:ext cx="3014382" cy="2926080"/>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3DA51E54-3166-19CA-EB55-5DFFB9426CAD}"/>
              </a:ext>
            </a:extLst>
          </p:cNvPr>
          <p:cNvSpPr>
            <a:spLocks noGrp="1"/>
          </p:cNvSpPr>
          <p:nvPr>
            <p:ph type="pic" sz="quarter" idx="19" hasCustomPrompt="1"/>
          </p:nvPr>
        </p:nvSpPr>
        <p:spPr>
          <a:xfrm>
            <a:off x="-17796" y="0"/>
            <a:ext cx="12209796" cy="2420098"/>
          </a:xfrm>
          <a:blipFill dpi="0" rotWithShape="1">
            <a:blip r:embed="rId2">
              <a:alphaModFix amt="60000"/>
            </a:blip>
            <a:srcRect/>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2834640"/>
            <a:ext cx="7200900" cy="2926080"/>
          </a:xfrm>
        </p:spPr>
        <p:txBody>
          <a:bodyPr>
            <a:noAutofit/>
          </a:bodyPr>
          <a:lstStyle>
            <a:lvl1pPr marL="285750" indent="-285750">
              <a:buFont typeface="Arial" panose="020B0604020202020204" pitchFamily="34" charset="0"/>
              <a:buNone/>
              <a:defRPr sz="1800"/>
            </a:lvl1pPr>
            <a:lvl2pPr marL="514350" indent="-285750">
              <a:buFont typeface="Arial" panose="020B0604020202020204" pitchFamily="34" charset="0"/>
              <a:buNone/>
              <a:defRPr sz="1600"/>
            </a:lvl2pPr>
            <a:lvl3pPr marL="742950" indent="-285750">
              <a:buFont typeface="Arial" panose="020B0604020202020204" pitchFamily="34" charset="0"/>
              <a:buNone/>
              <a:defRPr sz="1400"/>
            </a:lvl3pPr>
            <a:lvl4pPr marL="857250" indent="-171450">
              <a:buFont typeface="Arial" panose="020B0604020202020204" pitchFamily="34" charset="0"/>
              <a:buNone/>
              <a:defRPr sz="1200"/>
            </a:lvl4pPr>
            <a:lvl5pPr marL="1085850" indent="-171450">
              <a:buFont typeface="Arial" panose="020B0604020202020204" pitchFamily="34" charse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a:xfrm>
            <a:off x="301752" y="6274033"/>
            <a:ext cx="3014382" cy="365760"/>
          </a:xfrm>
        </p:spPr>
        <p:txBody>
          <a:bodyPr/>
          <a:lstStyle/>
          <a:p>
            <a:fld id="{FBC323F5-F813-45BA-B261-A7C41DB03AE5}" type="datetime1">
              <a:rPr lang="en-US" smtClean="0"/>
              <a:t>6/15/2026</a:t>
            </a:fld>
            <a:endParaRPr lang="en-US"/>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a:xfrm>
            <a:off x="4480560" y="6274033"/>
            <a:ext cx="3162300" cy="365760"/>
          </a:xfrm>
        </p:spPr>
        <p:txBody>
          <a:bodyPr/>
          <a:lstStyle/>
          <a:p>
            <a:r>
              <a:rPr lang="en-US"/>
              <a:t>Sample Footer Text</a:t>
            </a:r>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a:xfrm>
            <a:off x="11292840" y="6274033"/>
            <a:ext cx="568917" cy="365760"/>
          </a:xfrm>
        </p:spPr>
        <p:txBody>
          <a:bodyPr/>
          <a:lstStyle/>
          <a:p>
            <a:fld id="{5E0677F5-4A8A-4BF1-96BE-3BAE8FBAFE2E}" type="slidenum">
              <a:rPr lang="en-US" smtClean="0"/>
              <a:t>‹#›</a:t>
            </a:fld>
            <a:endParaRPr lang="en-US"/>
          </a:p>
        </p:txBody>
      </p:sp>
      <p:cxnSp>
        <p:nvCxnSpPr>
          <p:cNvPr id="3" name="Straight Connector 2">
            <a:extLst>
              <a:ext uri="{FF2B5EF4-FFF2-40B4-BE49-F238E27FC236}">
                <a16:creationId xmlns:a16="http://schemas.microsoft.com/office/drawing/2014/main" id="{ABDDCA5B-BBAB-ABCD-27B8-D3CD17FD04BC}"/>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798591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124712"/>
            <a:ext cx="6035040" cy="118872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341B6B1A-D5A1-4BE6-F356-717BCDE641E2}"/>
              </a:ext>
            </a:extLst>
          </p:cNvPr>
          <p:cNvSpPr>
            <a:spLocks noGrp="1"/>
          </p:cNvSpPr>
          <p:nvPr>
            <p:ph type="dt" sz="half" idx="16"/>
          </p:nvPr>
        </p:nvSpPr>
        <p:spPr>
          <a:xfrm>
            <a:off x="301752" y="210114"/>
            <a:ext cx="1759288" cy="365760"/>
          </a:xfrm>
        </p:spPr>
        <p:txBody>
          <a:bodyPr/>
          <a:lstStyle/>
          <a:p>
            <a:fld id="{7DA2CEDE-2AB4-4FB8-9551-E0AA4222B1A3}" type="datetime1">
              <a:rPr lang="en-US" smtClean="0"/>
              <a:t>6/15/2026</a:t>
            </a:fld>
            <a:endParaRPr lang="en-US"/>
          </a:p>
        </p:txBody>
      </p:sp>
      <p:sp>
        <p:nvSpPr>
          <p:cNvPr id="5" name="Footer Placeholder 4">
            <a:extLst>
              <a:ext uri="{FF2B5EF4-FFF2-40B4-BE49-F238E27FC236}">
                <a16:creationId xmlns:a16="http://schemas.microsoft.com/office/drawing/2014/main" id="{EC0BF832-23A2-A613-62C4-CB5A46DFFDAE}"/>
              </a:ext>
            </a:extLst>
          </p:cNvPr>
          <p:cNvSpPr>
            <a:spLocks noGrp="1"/>
          </p:cNvSpPr>
          <p:nvPr>
            <p:ph type="ftr" sz="quarter" idx="17"/>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840ECE9-B681-F022-60D1-1A016882C82F}"/>
              </a:ext>
            </a:extLst>
          </p:cNvPr>
          <p:cNvSpPr>
            <a:spLocks noGrp="1"/>
          </p:cNvSpPr>
          <p:nvPr>
            <p:ph type="sldNum" sz="quarter" idx="18"/>
          </p:nvPr>
        </p:nvSpPr>
        <p:spPr/>
        <p:txBody>
          <a:bodyPr/>
          <a:lstStyle/>
          <a:p>
            <a:fld id="{5E0677F5-4A8A-4BF1-96BE-3BAE8FBAFE2E}" type="slidenum">
              <a:rPr lang="en-US" smtClean="0"/>
              <a:pPr/>
              <a:t>‹#›</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93776" y="2629095"/>
            <a:ext cx="6286500" cy="3729912"/>
          </a:xfrm>
          <a:blipFill>
            <a:blip r:embed="rId2">
              <a:alphaModFix amt="60000"/>
            </a:blip>
            <a:stretch>
              <a:fillRect b="-13379"/>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20000" y="1124712"/>
            <a:ext cx="3683000" cy="5234295"/>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8751E514-0366-08AF-7655-4232DA4DBADF}"/>
              </a:ext>
            </a:extLst>
          </p:cNvPr>
          <p:cNvSpPr/>
          <p:nvPr/>
        </p:nvSpPr>
        <p:spPr>
          <a:xfrm flipH="1">
            <a:off x="3009900" y="5797487"/>
            <a:ext cx="9182100" cy="1060512"/>
          </a:xfrm>
          <a:prstGeom prst="rect">
            <a:avLst/>
          </a:prstGeom>
          <a:gradFill>
            <a:gsLst>
              <a:gs pos="55000">
                <a:schemeClr val="bg2">
                  <a:alpha val="0"/>
                </a:schemeClr>
              </a:gs>
              <a:gs pos="100000">
                <a:schemeClr val="accent4"/>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817AFFE-A609-63B8-B679-F0129190A122}"/>
              </a:ext>
            </a:extLst>
          </p:cNvPr>
          <p:cNvSpPr/>
          <p:nvPr/>
        </p:nvSpPr>
        <p:spPr>
          <a:xfrm rot="5400000" flipH="1">
            <a:off x="9426287" y="4092286"/>
            <a:ext cx="4807525" cy="723901"/>
          </a:xfrm>
          <a:prstGeom prst="rect">
            <a:avLst/>
          </a:prstGeom>
          <a:gradFill>
            <a:gsLst>
              <a:gs pos="47000">
                <a:schemeClr val="bg2">
                  <a:alpha val="0"/>
                </a:schemeClr>
              </a:gs>
              <a:gs pos="100000">
                <a:schemeClr val="accent3">
                  <a:lumMod val="40000"/>
                  <a:lumOff val="60000"/>
                  <a:alpha val="61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55959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60120"/>
            <a:ext cx="7726680" cy="914400"/>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01752" y="203862"/>
            <a:ext cx="2286000" cy="365760"/>
          </a:xfrm>
        </p:spPr>
        <p:txBody>
          <a:bodyPr/>
          <a:lstStyle/>
          <a:p>
            <a:fld id="{6D40D1C1-6E49-4083-B78C-1B50EA73104C}" type="datetime1">
              <a:rPr lang="en-US" smtClean="0"/>
              <a:t>6/15/2026</a:t>
            </a:fld>
            <a:endParaRPr lang="en-US"/>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4942516" y="203862"/>
            <a:ext cx="2377440"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7540537" y="203862"/>
            <a:ext cx="602991"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01751" y="2194560"/>
            <a:ext cx="7726680" cy="42062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8663152" y="0"/>
            <a:ext cx="3528848" cy="6858000"/>
          </a:xfrm>
          <a:blipFill>
            <a:blip r:embed="rId2">
              <a:alphaModFix amt="60000"/>
            </a:blip>
            <a:stretch>
              <a:fillRect/>
            </a:stretch>
          </a:blipFill>
        </p:spPr>
        <p:txBody>
          <a:bodyPr/>
          <a:lstStyle>
            <a:lvl1pPr>
              <a:defRPr/>
            </a:lvl1pPr>
          </a:lstStyle>
          <a:p>
            <a:r>
              <a:rPr lang="en-US" dirty="0"/>
              <a:t>   </a:t>
            </a:r>
          </a:p>
        </p:txBody>
      </p:sp>
      <p:cxnSp>
        <p:nvCxnSpPr>
          <p:cNvPr id="5" name="Straight Connector 4">
            <a:extLst>
              <a:ext uri="{FF2B5EF4-FFF2-40B4-BE49-F238E27FC236}">
                <a16:creationId xmlns:a16="http://schemas.microsoft.com/office/drawing/2014/main" id="{61A1B53F-5BA2-09DF-9A48-941699CA2D54}"/>
              </a:ext>
            </a:extLst>
          </p:cNvPr>
          <p:cNvCxnSpPr>
            <a:cxnSpLocks/>
          </p:cNvCxnSpPr>
          <p:nvPr/>
        </p:nvCxnSpPr>
        <p:spPr>
          <a:xfrm flipH="1">
            <a:off x="457202" y="751313"/>
            <a:ext cx="758952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48445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210016" y="957435"/>
            <a:ext cx="6400800" cy="885847"/>
          </a:xfrm>
        </p:spPr>
        <p:txBody>
          <a:bodyPr rIns="548640" anchor="b"/>
          <a:lstStyle/>
          <a:p>
            <a:r>
              <a:rPr lang="en-US"/>
              <a:t>Click to edit Master title style</a:t>
            </a:r>
          </a:p>
        </p:txBody>
      </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2" y="0"/>
            <a:ext cx="4698090" cy="6858001"/>
          </a:xfrm>
          <a:blipFill>
            <a:blip r:embed="rId2">
              <a:alphaModFix amt="60000"/>
            </a:blip>
            <a:stretch>
              <a:fillRect/>
            </a:stretch>
          </a:blipFill>
        </p:spPr>
        <p:txBody>
          <a:bodyPr/>
          <a:lstStyle>
            <a:lvl1pPr>
              <a:defRPr/>
            </a:lvl1pPr>
          </a:lstStyle>
          <a:p>
            <a:r>
              <a:rPr lang="en-US" dirty="0"/>
              <a:t>   </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5213149" y="212239"/>
            <a:ext cx="2208276" cy="365760"/>
          </a:xfrm>
        </p:spPr>
        <p:txBody>
          <a:bodyPr/>
          <a:lstStyle/>
          <a:p>
            <a:fld id="{E74C9532-5249-4EF8-9302-9703A89C50A6}" type="datetime1">
              <a:rPr lang="en-US" smtClean="0"/>
              <a:t>6/15/2026</a:t>
            </a:fld>
            <a:endParaRPr lang="en-US"/>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7619999" y="210114"/>
            <a:ext cx="2297151" cy="365760"/>
          </a:xfrm>
        </p:spPr>
        <p:txBody>
          <a:bodyPr/>
          <a:lstStyle/>
          <a:p>
            <a:r>
              <a:rPr lang="en-US"/>
              <a:t>Sample Footer Text</a:t>
            </a:r>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210016" y="2054715"/>
            <a:ext cx="6400800" cy="4502965"/>
          </a:xfrm>
        </p:spPr>
        <p:txBody>
          <a:bodyPr rIns="54864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69D4FBA1-5448-1E5A-42E9-23AAC06CC512}"/>
              </a:ext>
            </a:extLst>
          </p:cNvPr>
          <p:cNvCxnSpPr>
            <a:cxnSpLocks/>
          </p:cNvCxnSpPr>
          <p:nvPr/>
        </p:nvCxnSpPr>
        <p:spPr>
          <a:xfrm flipH="1">
            <a:off x="5319887" y="751313"/>
            <a:ext cx="6477397"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560260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0934"/>
            <a:ext cx="3507418" cy="1398494"/>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1">
              <a:rPr lang="en-US" smtClean="0"/>
              <a:t>6/15/2026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932680"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451351" y="2680447"/>
            <a:ext cx="3357819" cy="3662083"/>
          </a:xfrm>
          <a:blipFill>
            <a:blip r:embed="rId2">
              <a:alphaModFix amt="60000"/>
            </a:blip>
            <a:stretch>
              <a:fillRect/>
            </a:stretch>
          </a:blipFill>
        </p:spPr>
        <p:txBody>
          <a:bodyPr/>
          <a:lstStyle>
            <a:lvl1pPr>
              <a:defRPr/>
            </a:lvl1pPr>
          </a:lstStyle>
          <a:p>
            <a:r>
              <a:rPr lang="en-US" dirty="0"/>
              <a:t>   </a:t>
            </a:r>
          </a:p>
        </p:txBody>
      </p:sp>
      <p:sp>
        <p:nvSpPr>
          <p:cNvPr id="10" name="Rectangle 9">
            <a:extLst>
              <a:ext uri="{FF2B5EF4-FFF2-40B4-BE49-F238E27FC236}">
                <a16:creationId xmlns:a16="http://schemas.microsoft.com/office/drawing/2014/main" id="{4606EA5C-4A14-95D3-20DF-1EEB607C889B}"/>
              </a:ext>
            </a:extLst>
          </p:cNvPr>
          <p:cNvSpPr/>
          <p:nvPr/>
        </p:nvSpPr>
        <p:spPr>
          <a:xfrm flipH="1">
            <a:off x="2171702" y="5847066"/>
            <a:ext cx="10020298" cy="1010934"/>
          </a:xfrm>
          <a:prstGeom prst="rect">
            <a:avLst/>
          </a:prstGeom>
          <a:gradFill>
            <a:gsLst>
              <a:gs pos="52000">
                <a:schemeClr val="bg2">
                  <a:alpha val="0"/>
                </a:schemeClr>
              </a:gs>
              <a:gs pos="76000">
                <a:schemeClr val="accent1">
                  <a:lumMod val="50000"/>
                  <a:alpha val="39000"/>
                </a:schemeClr>
              </a:gs>
              <a:gs pos="100000">
                <a:schemeClr val="accent5">
                  <a:alpha val="68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05652D2-BF56-96CE-426B-26972C38434D}"/>
              </a:ext>
            </a:extLst>
          </p:cNvPr>
          <p:cNvSpPr/>
          <p:nvPr/>
        </p:nvSpPr>
        <p:spPr>
          <a:xfrm rot="16200000" flipH="1">
            <a:off x="7767364" y="2433362"/>
            <a:ext cx="4944033" cy="3905239"/>
          </a:xfrm>
          <a:prstGeom prst="rect">
            <a:avLst/>
          </a:prstGeom>
          <a:gradFill flip="none" rotWithShape="1">
            <a:gsLst>
              <a:gs pos="0">
                <a:schemeClr val="accent3">
                  <a:lumMod val="60000"/>
                  <a:lumOff val="40000"/>
                  <a:alpha val="40000"/>
                </a:schemeClr>
              </a:gs>
              <a:gs pos="32000">
                <a:schemeClr val="bg1">
                  <a:alpha val="0"/>
                </a:schemeClr>
              </a:gs>
            </a:gsLst>
            <a:lin ang="14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2" name="Straight Connector 11">
            <a:extLst>
              <a:ext uri="{FF2B5EF4-FFF2-40B4-BE49-F238E27FC236}">
                <a16:creationId xmlns:a16="http://schemas.microsoft.com/office/drawing/2014/main" id="{2CA30D42-B5FE-EAD1-8419-4AD002C32B1F}"/>
              </a:ext>
            </a:extLst>
          </p:cNvPr>
          <p:cNvCxnSpPr>
            <a:cxnSpLocks/>
          </p:cNvCxnSpPr>
          <p:nvPr/>
        </p:nvCxnSpPr>
        <p:spPr>
          <a:xfrm>
            <a:off x="4426824" y="1075765"/>
            <a:ext cx="0" cy="4944035"/>
          </a:xfrm>
          <a:prstGeom prst="line">
            <a:avLst/>
          </a:prstGeom>
          <a:ln w="6350">
            <a:solidFill>
              <a:schemeClr val="bg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932679" y="1010932"/>
            <a:ext cx="6492240"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2813700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9811"/>
            <a:ext cx="3419380" cy="1856553"/>
          </a:xfrm>
        </p:spPr>
        <p:txBody>
          <a:bodyPr anchor="t">
            <a:normAutofit/>
          </a:bodyPr>
          <a:lstStyle>
            <a:lvl1pPr>
              <a:defRPr sz="28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1">
              <a:rPr lang="en-US" smtClean="0"/>
              <a:t>6/15/2026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8969"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382390" y="3045041"/>
            <a:ext cx="3338742" cy="3297489"/>
          </a:xfrm>
          <a:blipFill>
            <a:blip r:embed="rId2">
              <a:alphaModFix amt="60000"/>
            </a:blip>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8968" y="1019810"/>
            <a:ext cx="731520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6709571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BF28860-8FEF-73E6-FEDF-176AC5D70A0F}"/>
              </a:ext>
            </a:extLst>
          </p:cNvPr>
          <p:cNvSpPr>
            <a:spLocks noGrp="1"/>
          </p:cNvSpPr>
          <p:nvPr>
            <p:ph type="title"/>
          </p:nvPr>
        </p:nvSpPr>
        <p:spPr>
          <a:xfrm>
            <a:off x="6476998" y="4907611"/>
            <a:ext cx="5320285" cy="1438873"/>
          </a:xfrm>
        </p:spPr>
        <p:txBody>
          <a:bodyPr anchor="t"/>
          <a:lstStyle>
            <a:lvl1pPr>
              <a:lnSpc>
                <a:spcPct val="100000"/>
              </a:lnSpc>
              <a:defRPr sz="2000">
                <a:solidFill>
                  <a:schemeClr val="tx1"/>
                </a:solidFill>
                <a:latin typeface="+mn-lt"/>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27B77AD4-7B4F-4A76-ADEB-9CF6601338DB}" type="datetime1">
              <a:rPr lang="en-US" smtClean="0"/>
              <a:t>6/15/2026</a:t>
            </a:fld>
            <a:endParaRPr lang="en-US"/>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Content Placeholder 9">
            <a:extLst>
              <a:ext uri="{FF2B5EF4-FFF2-40B4-BE49-F238E27FC236}">
                <a16:creationId xmlns:a16="http://schemas.microsoft.com/office/drawing/2014/main" id="{5B446035-33B1-F0D9-18B1-58E177267E3A}"/>
              </a:ext>
            </a:extLst>
          </p:cNvPr>
          <p:cNvSpPr>
            <a:spLocks noGrp="1"/>
          </p:cNvSpPr>
          <p:nvPr>
            <p:ph sz="quarter" idx="17" hasCustomPrompt="1"/>
          </p:nvPr>
        </p:nvSpPr>
        <p:spPr>
          <a:xfrm>
            <a:off x="274638" y="766763"/>
            <a:ext cx="11320462" cy="3489325"/>
          </a:xfrm>
        </p:spPr>
        <p:txBody>
          <a:bodyPr/>
          <a:lstStyle>
            <a:lvl1pPr>
              <a:lnSpc>
                <a:spcPct val="85000"/>
              </a:lnSpc>
              <a:defRPr sz="240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dirty="0"/>
              <a:t>##%</a:t>
            </a:r>
          </a:p>
        </p:txBody>
      </p:sp>
      <p:cxnSp>
        <p:nvCxnSpPr>
          <p:cNvPr id="6" name="Straight Connector 5">
            <a:extLst>
              <a:ext uri="{FF2B5EF4-FFF2-40B4-BE49-F238E27FC236}">
                <a16:creationId xmlns:a16="http://schemas.microsoft.com/office/drawing/2014/main" id="{9F77A56B-CD68-22F4-F473-A2063E81D70D}"/>
              </a:ext>
            </a:extLst>
          </p:cNvPr>
          <p:cNvCxnSpPr>
            <a:cxnSpLocks/>
          </p:cNvCxnSpPr>
          <p:nvPr/>
        </p:nvCxnSpPr>
        <p:spPr>
          <a:xfrm flipH="1">
            <a:off x="394716" y="466224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13875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Number Large 2">
    <p:spTree>
      <p:nvGrpSpPr>
        <p:cNvPr id="1" name=""/>
        <p:cNvGrpSpPr/>
        <p:nvPr/>
      </p:nvGrpSpPr>
      <p:grpSpPr>
        <a:xfrm>
          <a:off x="0" y="0"/>
          <a:ext cx="0" cy="0"/>
          <a:chOff x="0" y="0"/>
          <a:chExt cx="0" cy="0"/>
        </a:xfrm>
      </p:grpSpPr>
      <p:sp>
        <p:nvSpPr>
          <p:cNvPr id="10" name="Title 10">
            <a:extLst>
              <a:ext uri="{FF2B5EF4-FFF2-40B4-BE49-F238E27FC236}">
                <a16:creationId xmlns:a16="http://schemas.microsoft.com/office/drawing/2014/main" id="{DD010CB8-5ADF-D96A-0AE8-D830AFDEB94C}"/>
              </a:ext>
            </a:extLst>
          </p:cNvPr>
          <p:cNvSpPr>
            <a:spLocks noGrp="1"/>
          </p:cNvSpPr>
          <p:nvPr>
            <p:ph type="title"/>
          </p:nvPr>
        </p:nvSpPr>
        <p:spPr>
          <a:xfrm>
            <a:off x="7622485" y="1100831"/>
            <a:ext cx="3503935" cy="3811825"/>
          </a:xfrm>
        </p:spPr>
        <p:txBody>
          <a:bodyPr anchor="t">
            <a:normAutofit/>
          </a:bodyPr>
          <a:lstStyle>
            <a:lvl1pPr>
              <a:lnSpc>
                <a:spcPct val="100000"/>
              </a:lnSpc>
              <a:defRPr sz="2000">
                <a:latin typeface="+mn-lt"/>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7E7D3A11-047C-4AE4-9A54-AA0426E18492}" type="datetime1">
              <a:rPr lang="en-US" smtClean="0"/>
              <a:t>6/15/2026</a:t>
            </a:fld>
            <a:endParaRPr lang="en-US"/>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9" name="Content Placeholder 9">
            <a:extLst>
              <a:ext uri="{FF2B5EF4-FFF2-40B4-BE49-F238E27FC236}">
                <a16:creationId xmlns:a16="http://schemas.microsoft.com/office/drawing/2014/main" id="{205AA2D5-1683-397E-F373-FD43CF41C356}"/>
              </a:ext>
            </a:extLst>
          </p:cNvPr>
          <p:cNvSpPr>
            <a:spLocks noGrp="1"/>
          </p:cNvSpPr>
          <p:nvPr>
            <p:ph sz="quarter" idx="17" hasCustomPrompt="1"/>
          </p:nvPr>
        </p:nvSpPr>
        <p:spPr>
          <a:xfrm>
            <a:off x="274638" y="1192305"/>
            <a:ext cx="6354305" cy="5302119"/>
          </a:xfrm>
        </p:spPr>
        <p:txBody>
          <a:bodyPr anchor="b"/>
          <a:lstStyle>
            <a:lvl1pPr>
              <a:lnSpc>
                <a:spcPct val="85000"/>
              </a:lnSpc>
              <a:defRPr sz="167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dirty="0"/>
              <a:t>##%</a:t>
            </a:r>
          </a:p>
        </p:txBody>
      </p:sp>
      <p:cxnSp>
        <p:nvCxnSpPr>
          <p:cNvPr id="8" name="Straight Connector 7">
            <a:extLst>
              <a:ext uri="{FF2B5EF4-FFF2-40B4-BE49-F238E27FC236}">
                <a16:creationId xmlns:a16="http://schemas.microsoft.com/office/drawing/2014/main" id="{6A889F67-0B6B-A4B3-54DF-0A8015E5486C}"/>
              </a:ext>
            </a:extLst>
          </p:cNvPr>
          <p:cNvCxnSpPr>
            <a:cxnSpLocks/>
          </p:cNvCxnSpPr>
          <p:nvPr/>
        </p:nvCxnSpPr>
        <p:spPr>
          <a:xfrm flipV="1">
            <a:off x="7083125" y="1192305"/>
            <a:ext cx="0" cy="4711453"/>
          </a:xfrm>
          <a:prstGeom prst="line">
            <a:avLst/>
          </a:prstGeom>
          <a:ln w="6350">
            <a:solidFill>
              <a:schemeClr val="tx1">
                <a:lumMod val="6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11602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Number Large 3">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6789B03-A237-8E25-DB32-95E92EBCC3A2}"/>
              </a:ext>
            </a:extLst>
          </p:cNvPr>
          <p:cNvSpPr/>
          <p:nvPr/>
        </p:nvSpPr>
        <p:spPr>
          <a:xfrm rot="10800000" flipH="1" flipV="1">
            <a:off x="1175658" y="0"/>
            <a:ext cx="11016342" cy="6858000"/>
          </a:xfrm>
          <a:prstGeom prst="rect">
            <a:avLst/>
          </a:prstGeom>
          <a:gradFill flip="none" rotWithShape="1">
            <a:gsLst>
              <a:gs pos="61500">
                <a:schemeClr val="accent1">
                  <a:alpha val="50000"/>
                </a:schemeClr>
              </a:gs>
              <a:gs pos="40000">
                <a:schemeClr val="accent5">
                  <a:alpha val="50000"/>
                </a:schemeClr>
              </a:gs>
              <a:gs pos="6000">
                <a:schemeClr val="bg2"/>
              </a:gs>
              <a:gs pos="94000">
                <a:schemeClr val="bg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Rectangle 17">
            <a:extLst>
              <a:ext uri="{FF2B5EF4-FFF2-40B4-BE49-F238E27FC236}">
                <a16:creationId xmlns:a16="http://schemas.microsoft.com/office/drawing/2014/main" id="{7B651B9B-74D4-3A3F-E369-214B13D8B83C}"/>
              </a:ext>
            </a:extLst>
          </p:cNvPr>
          <p:cNvSpPr/>
          <p:nvPr/>
        </p:nvSpPr>
        <p:spPr>
          <a:xfrm rot="16200000" flipV="1">
            <a:off x="6267450" y="933451"/>
            <a:ext cx="6858000" cy="4991099"/>
          </a:xfrm>
          <a:prstGeom prst="rect">
            <a:avLst/>
          </a:prstGeom>
          <a:gradFill>
            <a:gsLst>
              <a:gs pos="3000">
                <a:schemeClr val="accent6">
                  <a:lumMod val="75000"/>
                </a:schemeClr>
              </a:gs>
              <a:gs pos="65000">
                <a:schemeClr val="accent4">
                  <a:lumMod val="50000"/>
                  <a:alpha val="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 name="Rectangle 2">
            <a:extLst>
              <a:ext uri="{FF2B5EF4-FFF2-40B4-BE49-F238E27FC236}">
                <a16:creationId xmlns:a16="http://schemas.microsoft.com/office/drawing/2014/main" id="{81D28BDD-509C-1D92-D003-9C8B1DAEC620}"/>
              </a:ext>
            </a:extLst>
          </p:cNvPr>
          <p:cNvSpPr/>
          <p:nvPr/>
        </p:nvSpPr>
        <p:spPr>
          <a:xfrm flipH="1" flipV="1">
            <a:off x="2764971" y="4219356"/>
            <a:ext cx="9427029" cy="2638644"/>
          </a:xfrm>
          <a:prstGeom prst="rect">
            <a:avLst/>
          </a:prstGeom>
          <a:gradFill flip="none" rotWithShape="1">
            <a:gsLst>
              <a:gs pos="0">
                <a:schemeClr val="accent3"/>
              </a:gs>
              <a:gs pos="52000">
                <a:schemeClr val="bg2">
                  <a:alpha val="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826BBCE4-74E2-A371-85F6-5E780BA94CAA}"/>
              </a:ext>
            </a:extLst>
          </p:cNvPr>
          <p:cNvSpPr/>
          <p:nvPr/>
        </p:nvSpPr>
        <p:spPr>
          <a:xfrm flipV="1">
            <a:off x="1524" y="1858018"/>
            <a:ext cx="12188952" cy="4999982"/>
          </a:xfrm>
          <a:prstGeom prst="rect">
            <a:avLst/>
          </a:prstGeom>
          <a:gradFill>
            <a:gsLst>
              <a:gs pos="28000">
                <a:schemeClr val="bg2"/>
              </a:gs>
              <a:gs pos="56000">
                <a:schemeClr val="bg2">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4" name="Straight Connector 3">
            <a:extLst>
              <a:ext uri="{FF2B5EF4-FFF2-40B4-BE49-F238E27FC236}">
                <a16:creationId xmlns:a16="http://schemas.microsoft.com/office/drawing/2014/main" id="{6E400EE4-4D39-7F3B-C68E-A9F042877A92}"/>
              </a:ext>
            </a:extLst>
          </p:cNvPr>
          <p:cNvCxnSpPr>
            <a:cxnSpLocks/>
          </p:cNvCxnSpPr>
          <p:nvPr/>
        </p:nvCxnSpPr>
        <p:spPr>
          <a:xfrm flipH="1">
            <a:off x="394716" y="486815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9" name="Title 10">
            <a:extLst>
              <a:ext uri="{FF2B5EF4-FFF2-40B4-BE49-F238E27FC236}">
                <a16:creationId xmlns:a16="http://schemas.microsoft.com/office/drawing/2014/main" id="{2548AAB2-8D73-965E-CC0B-7865E812CACE}"/>
              </a:ext>
            </a:extLst>
          </p:cNvPr>
          <p:cNvSpPr>
            <a:spLocks noGrp="1"/>
          </p:cNvSpPr>
          <p:nvPr>
            <p:ph type="title"/>
          </p:nvPr>
        </p:nvSpPr>
        <p:spPr>
          <a:xfrm>
            <a:off x="6477001" y="5056104"/>
            <a:ext cx="5320284" cy="1322290"/>
          </a:xfrm>
        </p:spPr>
        <p:txBody>
          <a:bodyPr anchor="t"/>
          <a:lstStyle>
            <a:lvl1pPr algn="r">
              <a:lnSpc>
                <a:spcPct val="120000"/>
              </a:lnSpc>
              <a:spcBef>
                <a:spcPts val="1000"/>
              </a:spcBef>
              <a:defRPr sz="2000">
                <a:latin typeface="+mn-lt"/>
              </a:defRPr>
            </a:lvl1pPr>
          </a:lstStyle>
          <a:p>
            <a:r>
              <a:rPr lang="en-US"/>
              <a:t>Click to edit Master title style</a:t>
            </a:r>
            <a:endParaRPr lang="en-US" dirty="0"/>
          </a:p>
        </p:txBody>
      </p:sp>
      <p:sp>
        <p:nvSpPr>
          <p:cNvPr id="14" name="Date Placeholder 13">
            <a:extLst>
              <a:ext uri="{FF2B5EF4-FFF2-40B4-BE49-F238E27FC236}">
                <a16:creationId xmlns:a16="http://schemas.microsoft.com/office/drawing/2014/main" id="{459F1889-15CA-49B5-957D-AFEE32125C96}"/>
              </a:ext>
            </a:extLst>
          </p:cNvPr>
          <p:cNvSpPr>
            <a:spLocks noGrp="1"/>
          </p:cNvSpPr>
          <p:nvPr>
            <p:ph type="dt" sz="half" idx="14"/>
          </p:nvPr>
        </p:nvSpPr>
        <p:spPr/>
        <p:txBody>
          <a:bodyPr/>
          <a:lstStyle/>
          <a:p>
            <a:fld id="{7DA2CEDE-2AB4-4FB8-9551-E0AA4222B1A3}" type="datetime1">
              <a:rPr lang="en-US" smtClean="0"/>
              <a:t>6/15/2026</a:t>
            </a:fld>
            <a:endParaRPr lang="en-US"/>
          </a:p>
        </p:txBody>
      </p:sp>
      <p:sp>
        <p:nvSpPr>
          <p:cNvPr id="15" name="Footer Placeholder 14">
            <a:extLst>
              <a:ext uri="{FF2B5EF4-FFF2-40B4-BE49-F238E27FC236}">
                <a16:creationId xmlns:a16="http://schemas.microsoft.com/office/drawing/2014/main" id="{08B8EC79-A8CC-7A55-D80D-9F557250E751}"/>
              </a:ext>
            </a:extLst>
          </p:cNvPr>
          <p:cNvSpPr>
            <a:spLocks noGrp="1"/>
          </p:cNvSpPr>
          <p:nvPr>
            <p:ph type="ftr" sz="quarter" idx="15"/>
          </p:nvPr>
        </p:nvSpPr>
        <p:spPr/>
        <p:txBody>
          <a:bodyPr/>
          <a:lstStyle/>
          <a:p>
            <a:r>
              <a:rPr lang="en-US"/>
              <a:t>Sample Footer Text</a:t>
            </a:r>
          </a:p>
        </p:txBody>
      </p:sp>
      <p:sp>
        <p:nvSpPr>
          <p:cNvPr id="16" name="Slide Number Placeholder 15">
            <a:extLst>
              <a:ext uri="{FF2B5EF4-FFF2-40B4-BE49-F238E27FC236}">
                <a16:creationId xmlns:a16="http://schemas.microsoft.com/office/drawing/2014/main" id="{20317C40-C1F7-2A61-6EFC-9DBC5587444B}"/>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8" name="Content Placeholder 9">
            <a:extLst>
              <a:ext uri="{FF2B5EF4-FFF2-40B4-BE49-F238E27FC236}">
                <a16:creationId xmlns:a16="http://schemas.microsoft.com/office/drawing/2014/main" id="{D9D57452-6086-AD7E-BB02-6CEEDA958256}"/>
              </a:ext>
            </a:extLst>
          </p:cNvPr>
          <p:cNvSpPr>
            <a:spLocks noGrp="1"/>
          </p:cNvSpPr>
          <p:nvPr>
            <p:ph sz="quarter" idx="17" hasCustomPrompt="1"/>
          </p:nvPr>
        </p:nvSpPr>
        <p:spPr>
          <a:xfrm>
            <a:off x="274638" y="965289"/>
            <a:ext cx="11087974" cy="3423256"/>
          </a:xfrm>
        </p:spPr>
        <p:txBody>
          <a:bodyPr anchor="t"/>
          <a:lstStyle>
            <a:lvl1pPr>
              <a:lnSpc>
                <a:spcPct val="85000"/>
              </a:lnSpc>
              <a:defRPr sz="24400">
                <a:solidFill>
                  <a:schemeClr val="tx1"/>
                </a:solidFill>
                <a:latin typeface="+mj-lt"/>
              </a:defRPr>
            </a:lvl1pPr>
          </a:lstStyle>
          <a:p>
            <a:pPr lvl="0"/>
            <a:r>
              <a:rPr lang="en-US" dirty="0"/>
              <a:t>##%</a:t>
            </a:r>
          </a:p>
        </p:txBody>
      </p:sp>
    </p:spTree>
    <p:extLst>
      <p:ext uri="{BB962C8B-B14F-4D97-AF65-F5344CB8AC3E}">
        <p14:creationId xmlns:p14="http://schemas.microsoft.com/office/powerpoint/2010/main" val="184099132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Number Larg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1D28BDD-509C-1D92-D003-9C8B1DAEC620}"/>
              </a:ext>
            </a:extLst>
          </p:cNvPr>
          <p:cNvSpPr/>
          <p:nvPr/>
        </p:nvSpPr>
        <p:spPr>
          <a:xfrm flipH="1" flipV="1">
            <a:off x="-1" y="2200164"/>
            <a:ext cx="12192000" cy="4657836"/>
          </a:xfrm>
          <a:prstGeom prst="rect">
            <a:avLst/>
          </a:prstGeom>
          <a:gradFill>
            <a:gsLst>
              <a:gs pos="0">
                <a:schemeClr val="accent2"/>
              </a:gs>
              <a:gs pos="47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F6789B03-A237-8E25-DB32-95E92EBCC3A2}"/>
              </a:ext>
            </a:extLst>
          </p:cNvPr>
          <p:cNvSpPr/>
          <p:nvPr/>
        </p:nvSpPr>
        <p:spPr>
          <a:xfrm rot="10800000" flipH="1" flipV="1">
            <a:off x="5325644" y="726090"/>
            <a:ext cx="6866356" cy="6131909"/>
          </a:xfrm>
          <a:prstGeom prst="rect">
            <a:avLst/>
          </a:prstGeom>
          <a:gradFill flip="none" rotWithShape="1">
            <a:gsLst>
              <a:gs pos="20000">
                <a:schemeClr val="accent3">
                  <a:lumMod val="60000"/>
                  <a:lumOff val="40000"/>
                  <a:alpha val="67000"/>
                </a:schemeClr>
              </a:gs>
              <a:gs pos="5000">
                <a:schemeClr val="tx2">
                  <a:alpha val="94000"/>
                </a:schemeClr>
              </a:gs>
              <a:gs pos="70000">
                <a:schemeClr val="bg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Rectangle 17">
            <a:extLst>
              <a:ext uri="{FF2B5EF4-FFF2-40B4-BE49-F238E27FC236}">
                <a16:creationId xmlns:a16="http://schemas.microsoft.com/office/drawing/2014/main" id="{7B651B9B-74D4-3A3F-E369-214B13D8B83C}"/>
              </a:ext>
            </a:extLst>
          </p:cNvPr>
          <p:cNvSpPr/>
          <p:nvPr/>
        </p:nvSpPr>
        <p:spPr>
          <a:xfrm rot="16200000" flipV="1">
            <a:off x="6683189" y="1349189"/>
            <a:ext cx="6858000" cy="4159622"/>
          </a:xfrm>
          <a:prstGeom prst="rect">
            <a:avLst/>
          </a:prstGeom>
          <a:gradFill>
            <a:gsLst>
              <a:gs pos="0">
                <a:schemeClr val="accent1">
                  <a:lumMod val="75000"/>
                </a:schemeClr>
              </a:gs>
              <a:gs pos="63000">
                <a:schemeClr val="bg2">
                  <a:alpha val="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4" name="Straight Connector 3">
            <a:extLst>
              <a:ext uri="{FF2B5EF4-FFF2-40B4-BE49-F238E27FC236}">
                <a16:creationId xmlns:a16="http://schemas.microsoft.com/office/drawing/2014/main" id="{6E400EE4-4D39-7F3B-C68E-A9F042877A92}"/>
              </a:ext>
            </a:extLst>
          </p:cNvPr>
          <p:cNvCxnSpPr>
            <a:cxnSpLocks/>
          </p:cNvCxnSpPr>
          <p:nvPr/>
        </p:nvCxnSpPr>
        <p:spPr>
          <a:xfrm flipH="1">
            <a:off x="394716" y="487636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8" name="Title 10">
            <a:extLst>
              <a:ext uri="{FF2B5EF4-FFF2-40B4-BE49-F238E27FC236}">
                <a16:creationId xmlns:a16="http://schemas.microsoft.com/office/drawing/2014/main" id="{6E27F960-EB1F-031C-F95C-2380BB06B5E8}"/>
              </a:ext>
            </a:extLst>
          </p:cNvPr>
          <p:cNvSpPr>
            <a:spLocks noGrp="1"/>
          </p:cNvSpPr>
          <p:nvPr>
            <p:ph type="title"/>
          </p:nvPr>
        </p:nvSpPr>
        <p:spPr>
          <a:xfrm>
            <a:off x="1885949" y="5125006"/>
            <a:ext cx="8420100" cy="728222"/>
          </a:xfrm>
        </p:spPr>
        <p:txBody>
          <a:bodyPr anchor="ctr"/>
          <a:lstStyle>
            <a:lvl1pPr algn="ctr">
              <a:lnSpc>
                <a:spcPct val="120000"/>
              </a:lnSpc>
              <a:spcBef>
                <a:spcPts val="1000"/>
              </a:spcBef>
              <a:defRPr sz="2000">
                <a:latin typeface="+mn-lt"/>
              </a:defRPr>
            </a:lvl1pPr>
          </a:lstStyle>
          <a:p>
            <a:r>
              <a:rPr lang="en-US"/>
              <a:t>Click to edit Master title style</a:t>
            </a:r>
            <a:endParaRPr lang="en-US" dirty="0"/>
          </a:p>
        </p:txBody>
      </p:sp>
      <p:sp>
        <p:nvSpPr>
          <p:cNvPr id="6" name="Content Placeholder 9">
            <a:extLst>
              <a:ext uri="{FF2B5EF4-FFF2-40B4-BE49-F238E27FC236}">
                <a16:creationId xmlns:a16="http://schemas.microsoft.com/office/drawing/2014/main" id="{A34236BC-4366-0C69-F209-C904D38401F8}"/>
              </a:ext>
            </a:extLst>
          </p:cNvPr>
          <p:cNvSpPr>
            <a:spLocks noGrp="1"/>
          </p:cNvSpPr>
          <p:nvPr>
            <p:ph sz="quarter" idx="17" hasCustomPrompt="1"/>
          </p:nvPr>
        </p:nvSpPr>
        <p:spPr>
          <a:xfrm>
            <a:off x="723900" y="726090"/>
            <a:ext cx="10744200" cy="3860382"/>
          </a:xfrm>
        </p:spPr>
        <p:txBody>
          <a:bodyPr anchor="b"/>
          <a:lstStyle>
            <a:lvl1pPr algn="ctr">
              <a:lnSpc>
                <a:spcPct val="85000"/>
              </a:lnSpc>
              <a:defRPr sz="25500">
                <a:solidFill>
                  <a:schemeClr val="tx1"/>
                </a:solidFill>
                <a:latin typeface="+mj-lt"/>
              </a:defRPr>
            </a:lvl1pPr>
          </a:lstStyle>
          <a:p>
            <a:pPr lvl="0"/>
            <a:r>
              <a:rPr lang="en-US" dirty="0"/>
              <a:t>##%</a:t>
            </a:r>
          </a:p>
        </p:txBody>
      </p:sp>
      <p:cxnSp>
        <p:nvCxnSpPr>
          <p:cNvPr id="14" name="Straight Connector 13">
            <a:extLst>
              <a:ext uri="{FF2B5EF4-FFF2-40B4-BE49-F238E27FC236}">
                <a16:creationId xmlns:a16="http://schemas.microsoft.com/office/drawing/2014/main" id="{417591FD-2E75-A22D-FBA7-02D7E815F645}"/>
              </a:ext>
            </a:extLst>
          </p:cNvPr>
          <p:cNvCxnSpPr>
            <a:cxnSpLocks/>
          </p:cNvCxnSpPr>
          <p:nvPr/>
        </p:nvCxnSpPr>
        <p:spPr>
          <a:xfrm flipH="1">
            <a:off x="394716" y="6091872"/>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15" name="Date Placeholder 14">
            <a:extLst>
              <a:ext uri="{FF2B5EF4-FFF2-40B4-BE49-F238E27FC236}">
                <a16:creationId xmlns:a16="http://schemas.microsoft.com/office/drawing/2014/main" id="{38FB55F3-AB08-16DF-AAC9-DD747B27C4E2}"/>
              </a:ext>
            </a:extLst>
          </p:cNvPr>
          <p:cNvSpPr>
            <a:spLocks noGrp="1"/>
          </p:cNvSpPr>
          <p:nvPr>
            <p:ph type="dt" sz="half" idx="14"/>
          </p:nvPr>
        </p:nvSpPr>
        <p:spPr>
          <a:xfrm>
            <a:off x="301752" y="6286290"/>
            <a:ext cx="1759288" cy="365760"/>
          </a:xfrm>
        </p:spPr>
        <p:txBody>
          <a:bodyPr/>
          <a:lstStyle/>
          <a:p>
            <a:fld id="{7DA2CEDE-2AB4-4FB8-9551-E0AA4222B1A3}" type="datetime1">
              <a:rPr lang="en-US" smtClean="0"/>
              <a:t>6/15/2026</a:t>
            </a:fld>
            <a:endParaRPr lang="en-US"/>
          </a:p>
        </p:txBody>
      </p:sp>
      <p:sp>
        <p:nvSpPr>
          <p:cNvPr id="16" name="Footer Placeholder 15">
            <a:extLst>
              <a:ext uri="{FF2B5EF4-FFF2-40B4-BE49-F238E27FC236}">
                <a16:creationId xmlns:a16="http://schemas.microsoft.com/office/drawing/2014/main" id="{E16155A7-4EE1-631B-DE09-AD84BEA5F71F}"/>
              </a:ext>
            </a:extLst>
          </p:cNvPr>
          <p:cNvSpPr>
            <a:spLocks noGrp="1"/>
          </p:cNvSpPr>
          <p:nvPr>
            <p:ph type="ftr" sz="quarter" idx="15"/>
          </p:nvPr>
        </p:nvSpPr>
        <p:spPr>
          <a:xfrm>
            <a:off x="7622485" y="6286290"/>
            <a:ext cx="2509284" cy="365760"/>
          </a:xfrm>
        </p:spPr>
        <p:txBody>
          <a:bodyPr/>
          <a:lstStyle/>
          <a:p>
            <a:r>
              <a:rPr lang="en-US"/>
              <a:t>Sample Footer Text</a:t>
            </a:r>
          </a:p>
        </p:txBody>
      </p:sp>
      <p:sp>
        <p:nvSpPr>
          <p:cNvPr id="17" name="Slide Number Placeholder 16">
            <a:extLst>
              <a:ext uri="{FF2B5EF4-FFF2-40B4-BE49-F238E27FC236}">
                <a16:creationId xmlns:a16="http://schemas.microsoft.com/office/drawing/2014/main" id="{5711E54C-F006-9166-CC7B-F217541169AB}"/>
              </a:ext>
            </a:extLst>
          </p:cNvPr>
          <p:cNvSpPr>
            <a:spLocks noGrp="1"/>
          </p:cNvSpPr>
          <p:nvPr>
            <p:ph type="sldNum" sz="quarter" idx="16"/>
          </p:nvPr>
        </p:nvSpPr>
        <p:spPr>
          <a:xfrm>
            <a:off x="11300323" y="6286290"/>
            <a:ext cx="605475" cy="365760"/>
          </a:xfrm>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236767985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Statement">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BED7B15-76E6-E98E-A0BB-6188FC145CDD}"/>
              </a:ext>
            </a:extLst>
          </p:cNvPr>
          <p:cNvSpPr/>
          <p:nvPr/>
        </p:nvSpPr>
        <p:spPr>
          <a:xfrm rot="10800000" flipH="1">
            <a:off x="-1" y="0"/>
            <a:ext cx="12192002" cy="6858000"/>
          </a:xfrm>
          <a:prstGeom prst="rect">
            <a:avLst/>
          </a:prstGeom>
          <a:gradFill flip="none" rotWithShape="1">
            <a:gsLst>
              <a:gs pos="50000">
                <a:schemeClr val="accent3">
                  <a:lumMod val="60000"/>
                  <a:lumOff val="40000"/>
                  <a:alpha val="75000"/>
                </a:schemeClr>
              </a:gs>
              <a:gs pos="0">
                <a:schemeClr val="accent1">
                  <a:lumMod val="50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3602343-A974-BE4B-41E6-58237921FB4D}"/>
              </a:ext>
            </a:extLst>
          </p:cNvPr>
          <p:cNvSpPr/>
          <p:nvPr/>
        </p:nvSpPr>
        <p:spPr>
          <a:xfrm flipH="1">
            <a:off x="3683466" y="0"/>
            <a:ext cx="8508534" cy="6858000"/>
          </a:xfrm>
          <a:prstGeom prst="rect">
            <a:avLst/>
          </a:prstGeom>
          <a:gradFill flip="none" rotWithShape="1">
            <a:gsLst>
              <a:gs pos="6000">
                <a:schemeClr val="accent3">
                  <a:lumMod val="40000"/>
                  <a:lumOff val="60000"/>
                </a:schemeClr>
              </a:gs>
              <a:gs pos="73000">
                <a:schemeClr val="accent3">
                  <a:alpha val="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51022E84-7D91-EFA0-CBCA-F9AC98E6181F}"/>
              </a:ext>
            </a:extLst>
          </p:cNvPr>
          <p:cNvSpPr/>
          <p:nvPr/>
        </p:nvSpPr>
        <p:spPr>
          <a:xfrm rot="5400000">
            <a:off x="1670408" y="-1670408"/>
            <a:ext cx="7492544" cy="10833360"/>
          </a:xfrm>
          <a:prstGeom prst="rect">
            <a:avLst/>
          </a:prstGeom>
          <a:gradFill flip="none" rotWithShape="1">
            <a:gsLst>
              <a:gs pos="58000">
                <a:schemeClr val="accent2">
                  <a:alpha val="0"/>
                </a:schemeClr>
              </a:gs>
              <a:gs pos="98000">
                <a:schemeClr val="accent6">
                  <a:lumMod val="7500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3" name="Rectangle 2">
            <a:extLst>
              <a:ext uri="{FF2B5EF4-FFF2-40B4-BE49-F238E27FC236}">
                <a16:creationId xmlns:a16="http://schemas.microsoft.com/office/drawing/2014/main" id="{67DA0DC0-3518-750A-3821-192C03B2D059}"/>
              </a:ext>
            </a:extLst>
          </p:cNvPr>
          <p:cNvSpPr/>
          <p:nvPr/>
        </p:nvSpPr>
        <p:spPr>
          <a:xfrm rot="10800000">
            <a:off x="5031742" y="-20336"/>
            <a:ext cx="7160258" cy="6878336"/>
          </a:xfrm>
          <a:prstGeom prst="rect">
            <a:avLst/>
          </a:prstGeom>
          <a:gradFill>
            <a:gsLst>
              <a:gs pos="30000">
                <a:schemeClr val="accent4">
                  <a:lumMod val="60000"/>
                  <a:lumOff val="40000"/>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5B402F4-533A-849C-ACAD-039056A5D174}"/>
              </a:ext>
            </a:extLst>
          </p:cNvPr>
          <p:cNvSpPr/>
          <p:nvPr/>
        </p:nvSpPr>
        <p:spPr>
          <a:xfrm flipH="1">
            <a:off x="8961" y="2704579"/>
            <a:ext cx="12183038" cy="4153421"/>
          </a:xfrm>
          <a:prstGeom prst="rect">
            <a:avLst/>
          </a:prstGeom>
          <a:gradFill flip="none" rotWithShape="1">
            <a:gsLst>
              <a:gs pos="20000">
                <a:schemeClr val="accent1">
                  <a:alpha val="0"/>
                </a:schemeClr>
              </a:gs>
              <a:gs pos="68000">
                <a:schemeClr val="bg2">
                  <a:alpha val="67000"/>
                </a:schemeClr>
              </a:gs>
              <a:gs pos="90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02E0CC3F-E257-4F6E-9E6A-B96D887699EC}" type="datetime1">
              <a:rPr lang="en-US" smtClean="0"/>
              <a:t>6/15/2026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Content Placeholder 9">
            <a:extLst>
              <a:ext uri="{FF2B5EF4-FFF2-40B4-BE49-F238E27FC236}">
                <a16:creationId xmlns:a16="http://schemas.microsoft.com/office/drawing/2014/main" id="{88124DA4-1249-371C-65BA-0AAC0239D4C1}"/>
              </a:ext>
            </a:extLst>
          </p:cNvPr>
          <p:cNvSpPr>
            <a:spLocks noGrp="1"/>
          </p:cNvSpPr>
          <p:nvPr>
            <p:ph sz="quarter" idx="17" hasCustomPrompt="1"/>
          </p:nvPr>
        </p:nvSpPr>
        <p:spPr>
          <a:xfrm>
            <a:off x="274320" y="2704946"/>
            <a:ext cx="9801225" cy="3538538"/>
          </a:xfrm>
        </p:spPr>
        <p:txBody>
          <a:bodyPr anchor="b"/>
          <a:lstStyle>
            <a:lvl1pPr>
              <a:lnSpc>
                <a:spcPct val="100000"/>
              </a:lnSpc>
              <a:defRPr sz="5400"/>
            </a:lvl1pPr>
            <a:lvl2pPr>
              <a:lnSpc>
                <a:spcPct val="100000"/>
              </a:lnSpc>
              <a:defRPr sz="4800"/>
            </a:lvl2pPr>
            <a:lvl3pPr>
              <a:lnSpc>
                <a:spcPct val="100000"/>
              </a:lnSpc>
              <a:defRPr sz="4400"/>
            </a:lvl3pPr>
            <a:lvl4pPr>
              <a:lnSpc>
                <a:spcPct val="100000"/>
              </a:lnSpc>
              <a:defRPr sz="4000"/>
            </a:lvl4pPr>
            <a:lvl5pPr>
              <a:lnSpc>
                <a:spcPct val="100000"/>
              </a:lnSpc>
              <a:defRPr sz="360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5494267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p:cSld name="Statement 2">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D2CF1CF0-C3ED-5EA1-C726-EBAC66FC459E}"/>
              </a:ext>
            </a:extLst>
          </p:cNvPr>
          <p:cNvGrpSpPr/>
          <p:nvPr/>
        </p:nvGrpSpPr>
        <p:grpSpPr>
          <a:xfrm rot="10800000">
            <a:off x="1" y="0"/>
            <a:ext cx="12190476" cy="6858000"/>
            <a:chOff x="-9781" y="3912"/>
            <a:chExt cx="12211365" cy="6858000"/>
          </a:xfrm>
        </p:grpSpPr>
        <p:sp>
          <p:nvSpPr>
            <p:cNvPr id="5" name="Rectangle 4">
              <a:extLst>
                <a:ext uri="{FF2B5EF4-FFF2-40B4-BE49-F238E27FC236}">
                  <a16:creationId xmlns:a16="http://schemas.microsoft.com/office/drawing/2014/main" id="{09BA6A3A-21BC-BCE6-BC2B-B42FA75A49EF}"/>
                </a:ext>
              </a:extLst>
            </p:cNvPr>
            <p:cNvSpPr/>
            <p:nvPr/>
          </p:nvSpPr>
          <p:spPr>
            <a:xfrm>
              <a:off x="-9780" y="3912"/>
              <a:ext cx="12209838"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Rectangle 9">
              <a:extLst>
                <a:ext uri="{FF2B5EF4-FFF2-40B4-BE49-F238E27FC236}">
                  <a16:creationId xmlns:a16="http://schemas.microsoft.com/office/drawing/2014/main" id="{2FB24053-097C-6D55-5E0C-0603408E5C88}"/>
                </a:ext>
              </a:extLst>
            </p:cNvPr>
            <p:cNvSpPr/>
            <p:nvPr/>
          </p:nvSpPr>
          <p:spPr>
            <a:xfrm rot="5400000" flipH="1">
              <a:off x="2666140" y="-2672008"/>
              <a:ext cx="6857996" cy="12209838"/>
            </a:xfrm>
            <a:prstGeom prst="rect">
              <a:avLst/>
            </a:prstGeom>
            <a:gradFill>
              <a:gsLst>
                <a:gs pos="0">
                  <a:schemeClr val="accent3">
                    <a:lumMod val="60000"/>
                    <a:lumOff val="40000"/>
                  </a:schemeClr>
                </a:gs>
                <a:gs pos="65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67536FF5-9154-5325-5E33-F0EC96653800}"/>
                </a:ext>
              </a:extLst>
            </p:cNvPr>
            <p:cNvSpPr/>
            <p:nvPr/>
          </p:nvSpPr>
          <p:spPr>
            <a:xfrm rot="16200000" flipH="1">
              <a:off x="2666139" y="-2672007"/>
              <a:ext cx="6858000" cy="12209838"/>
            </a:xfrm>
            <a:prstGeom prst="rect">
              <a:avLst/>
            </a:prstGeom>
            <a:gradFill flip="none" rotWithShape="1">
              <a:gsLst>
                <a:gs pos="0">
                  <a:schemeClr val="accent1">
                    <a:lumMod val="75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4BFC185B-E462-A41C-3F22-C8625064206D}"/>
                </a:ext>
              </a:extLst>
            </p:cNvPr>
            <p:cNvSpPr/>
            <p:nvPr/>
          </p:nvSpPr>
          <p:spPr>
            <a:xfrm rot="5400000">
              <a:off x="4173989" y="-1164157"/>
              <a:ext cx="3842298" cy="12209838"/>
            </a:xfrm>
            <a:prstGeom prst="rect">
              <a:avLst/>
            </a:prstGeom>
            <a:gradFill>
              <a:gsLst>
                <a:gs pos="0">
                  <a:schemeClr val="accent6"/>
                </a:gs>
                <a:gs pos="48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F49986CB-27CC-E8D1-6341-4F461EB28D7D}"/>
                </a:ext>
                <a:ext uri="{C183D7F6-B498-43B3-948B-1728B52AA6E4}">
                  <adec:decorative xmlns:adec="http://schemas.microsoft.com/office/drawing/2017/decorative" val="1"/>
                </a:ext>
              </a:extLst>
            </p:cNvPr>
            <p:cNvSpPr/>
            <p:nvPr/>
          </p:nvSpPr>
          <p:spPr>
            <a:xfrm flipH="1">
              <a:off x="5681150" y="3912"/>
              <a:ext cx="6520434" cy="6858000"/>
            </a:xfrm>
            <a:prstGeom prst="rect">
              <a:avLst/>
            </a:prstGeom>
            <a:gradFill flip="none" rotWithShape="1">
              <a:gsLst>
                <a:gs pos="8000">
                  <a:schemeClr val="bg2"/>
                </a:gs>
                <a:gs pos="71000">
                  <a:schemeClr val="accent6">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BBFD9073-9E84-4C56-B5C8-FA6026186803}" type="datetime1">
              <a:rPr lang="en-US" smtClean="0"/>
              <a:t>6/15/2026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66900" y="1926628"/>
            <a:ext cx="8420099" cy="3229900"/>
          </a:xfrm>
        </p:spPr>
        <p:txBody>
          <a:bodyPr anchor="ctr">
            <a:normAutofit/>
          </a:bodyPr>
          <a:lstStyle>
            <a:lvl1pPr marL="0" indent="0" algn="ctr">
              <a:lnSpc>
                <a:spcPct val="100000"/>
              </a:lnSpc>
              <a:buNone/>
              <a:defRPr sz="5400" b="0">
                <a:solidFill>
                  <a:schemeClr val="tx1"/>
                </a:solidFill>
              </a:defRPr>
            </a:lvl1pPr>
            <a:lvl2pPr marL="228600" indent="0" algn="ctr">
              <a:lnSpc>
                <a:spcPct val="100000"/>
              </a:lnSpc>
              <a:buNone/>
              <a:defRPr sz="4800" b="0">
                <a:solidFill>
                  <a:schemeClr val="tx1"/>
                </a:solidFill>
              </a:defRPr>
            </a:lvl2pPr>
            <a:lvl3pPr marL="457200" indent="0" algn="ctr">
              <a:lnSpc>
                <a:spcPct val="100000"/>
              </a:lnSpc>
              <a:buNone/>
              <a:defRPr sz="4400" b="0">
                <a:solidFill>
                  <a:schemeClr val="tx1"/>
                </a:solidFill>
              </a:defRPr>
            </a:lvl3pPr>
            <a:lvl4pPr marL="685800" indent="0" algn="ctr">
              <a:lnSpc>
                <a:spcPct val="100000"/>
              </a:lnSpc>
              <a:buNone/>
              <a:defRPr sz="4000" b="0">
                <a:solidFill>
                  <a:schemeClr val="tx1"/>
                </a:solidFill>
              </a:defRPr>
            </a:lvl4pPr>
            <a:lvl5pPr marL="914400" indent="0" algn="ctr">
              <a:lnSpc>
                <a:spcPct val="100000"/>
              </a:lnSpc>
              <a:buNone/>
              <a:defRPr sz="3600" b="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78803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Statemen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C5C2AD-3C50-C089-D649-A6D2273BB610}"/>
              </a:ext>
            </a:extLst>
          </p:cNvPr>
          <p:cNvSpPr/>
          <p:nvPr/>
        </p:nvSpPr>
        <p:spPr>
          <a:xfrm rot="16200000" flipH="1">
            <a:off x="5328160" y="-27729"/>
            <a:ext cx="1537858" cy="12189821"/>
          </a:xfrm>
          <a:prstGeom prst="rect">
            <a:avLst/>
          </a:prstGeom>
          <a:gradFill>
            <a:gsLst>
              <a:gs pos="38000">
                <a:schemeClr val="accent1">
                  <a:lumMod val="75000"/>
                  <a:alpha val="0"/>
                </a:schemeClr>
              </a:gs>
              <a:gs pos="96000">
                <a:schemeClr val="accent3">
                  <a:lumMod val="60000"/>
                  <a:lumOff val="40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7FD71008-F1A2-4E65-9AFD-4970D8007661}" type="datetime1">
              <a:rPr lang="en-US" smtClean="0"/>
              <a:t>6/15/2026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Rectangle 9">
            <a:extLst>
              <a:ext uri="{FF2B5EF4-FFF2-40B4-BE49-F238E27FC236}">
                <a16:creationId xmlns:a16="http://schemas.microsoft.com/office/drawing/2014/main" id="{B6061286-C2FC-AEA2-F983-2178EAD2A63F}"/>
              </a:ext>
            </a:extLst>
          </p:cNvPr>
          <p:cNvSpPr/>
          <p:nvPr/>
        </p:nvSpPr>
        <p:spPr>
          <a:xfrm flipH="1" flipV="1">
            <a:off x="-3" y="2058528"/>
            <a:ext cx="8585201" cy="4799472"/>
          </a:xfrm>
          <a:prstGeom prst="rect">
            <a:avLst/>
          </a:prstGeom>
          <a:gradFill flip="none" rotWithShape="1">
            <a:gsLst>
              <a:gs pos="69000">
                <a:schemeClr val="accent1">
                  <a:alpha val="0"/>
                </a:schemeClr>
              </a:gs>
              <a:gs pos="30000">
                <a:schemeClr val="accent3">
                  <a:lumMod val="60000"/>
                  <a:lumOff val="40000"/>
                  <a:alpha val="47000"/>
                </a:schemeClr>
              </a:gs>
              <a:gs pos="0">
                <a:schemeClr val="tx1">
                  <a:alpha val="88000"/>
                </a:schemeClr>
              </a:gs>
              <a:gs pos="100000">
                <a:schemeClr val="bg2">
                  <a:alpha val="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94C601D0-F929-5C7E-ABB1-EDAE306F5314}"/>
              </a:ext>
            </a:extLst>
          </p:cNvPr>
          <p:cNvSpPr/>
          <p:nvPr/>
        </p:nvSpPr>
        <p:spPr>
          <a:xfrm>
            <a:off x="0" y="5298252"/>
            <a:ext cx="11044517" cy="1559747"/>
          </a:xfrm>
          <a:prstGeom prst="rect">
            <a:avLst/>
          </a:prstGeom>
          <a:gradFill>
            <a:gsLst>
              <a:gs pos="36000">
                <a:schemeClr val="accent6">
                  <a:alpha val="0"/>
                </a:schemeClr>
              </a:gs>
              <a:gs pos="91000">
                <a:schemeClr val="bg2"/>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F0725A-63D2-3C07-3E64-787784EF748D}"/>
              </a:ext>
            </a:extLst>
          </p:cNvPr>
          <p:cNvSpPr/>
          <p:nvPr/>
        </p:nvSpPr>
        <p:spPr>
          <a:xfrm>
            <a:off x="-1" y="1719695"/>
            <a:ext cx="12189822" cy="357855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274320" y="952500"/>
            <a:ext cx="9296400" cy="3578557"/>
          </a:xfrm>
        </p:spPr>
        <p:txBody>
          <a:bodyPr anchor="t">
            <a:noAutofit/>
          </a:bodyPr>
          <a:lstStyle>
            <a:lvl1pPr marL="0" indent="0">
              <a:lnSpc>
                <a:spcPct val="100000"/>
              </a:lnSpc>
              <a:buNone/>
              <a:defRPr sz="5000" b="0">
                <a:solidFill>
                  <a:schemeClr val="tx1"/>
                </a:solidFill>
              </a:defRPr>
            </a:lvl1pPr>
            <a:lvl2pPr marL="228600" indent="0">
              <a:lnSpc>
                <a:spcPct val="100000"/>
              </a:lnSpc>
              <a:buNone/>
              <a:defRPr sz="4400" b="0">
                <a:solidFill>
                  <a:schemeClr val="tx1"/>
                </a:solidFill>
              </a:defRPr>
            </a:lvl2pPr>
            <a:lvl3pPr marL="457200" indent="0">
              <a:lnSpc>
                <a:spcPct val="100000"/>
              </a:lnSpc>
              <a:buNone/>
              <a:defRPr sz="3200" b="0">
                <a:solidFill>
                  <a:schemeClr val="tx1"/>
                </a:solidFill>
              </a:defRPr>
            </a:lvl3pPr>
            <a:lvl4pPr marL="685800" indent="0">
              <a:lnSpc>
                <a:spcPct val="100000"/>
              </a:lnSpc>
              <a:buNone/>
              <a:defRPr sz="3200" b="0">
                <a:solidFill>
                  <a:schemeClr val="tx1"/>
                </a:solidFill>
              </a:defRPr>
            </a:lvl4pPr>
            <a:lvl5pPr marL="914400" indent="0">
              <a:lnSpc>
                <a:spcPct val="100000"/>
              </a:lnSpc>
              <a:buNone/>
              <a:defRPr sz="3200" b="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2462856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Statem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13" name="Rectangle 12">
            <a:extLst>
              <a:ext uri="{FF2B5EF4-FFF2-40B4-BE49-F238E27FC236}">
                <a16:creationId xmlns:a16="http://schemas.microsoft.com/office/drawing/2014/main" id="{F49986CB-27CC-E8D1-6341-4F461EB28D7D}"/>
              </a:ext>
              <a:ext uri="{C183D7F6-B498-43B3-948B-1728B52AA6E4}">
                <adec:decorative xmlns:adec="http://schemas.microsoft.com/office/drawing/2017/decorative" val="1"/>
              </a:ext>
            </a:extLst>
          </p:cNvPr>
          <p:cNvSpPr/>
          <p:nvPr/>
        </p:nvSpPr>
        <p:spPr>
          <a:xfrm flipH="1">
            <a:off x="8055" y="3"/>
            <a:ext cx="5597866" cy="6857997"/>
          </a:xfrm>
          <a:prstGeom prst="rect">
            <a:avLst/>
          </a:prstGeom>
          <a:gradFill flip="none" rotWithShape="1">
            <a:gsLst>
              <a:gs pos="1149">
                <a:schemeClr val="bg2">
                  <a:alpha val="0"/>
                </a:schemeClr>
              </a:gs>
              <a:gs pos="31000">
                <a:schemeClr val="bg2"/>
              </a:gs>
              <a:gs pos="78000">
                <a:schemeClr val="accent6">
                  <a:alpha val="0"/>
                </a:schemeClr>
              </a:gs>
            </a:gsLst>
            <a:path path="circle">
              <a:fillToRect l="100000" t="100000"/>
            </a:path>
            <a:tileRect r="-100000" b="-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FB24053-097C-6D55-5E0C-0603408E5C88}"/>
              </a:ext>
            </a:extLst>
          </p:cNvPr>
          <p:cNvSpPr/>
          <p:nvPr userDrawn="1"/>
        </p:nvSpPr>
        <p:spPr>
          <a:xfrm rot="16200000" flipH="1">
            <a:off x="-801968" y="801971"/>
            <a:ext cx="6647886" cy="5043946"/>
          </a:xfrm>
          <a:prstGeom prst="rect">
            <a:avLst/>
          </a:prstGeom>
          <a:gradFill flip="none" rotWithShape="1">
            <a:gsLst>
              <a:gs pos="0">
                <a:schemeClr val="accent3">
                  <a:lumMod val="60000"/>
                  <a:lumOff val="40000"/>
                </a:schemeClr>
              </a:gs>
              <a:gs pos="64000">
                <a:schemeClr val="accent1">
                  <a:lumMod val="75000"/>
                  <a:alpha val="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35CFC7E7-57B7-4617-A947-41F006E88028}" type="datetime1">
              <a:rPr lang="en-US" smtClean="0"/>
              <a:t>6/15/2026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a:xfrm>
            <a:off x="5212080"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3" name="Rectangle 2">
            <a:extLst>
              <a:ext uri="{FF2B5EF4-FFF2-40B4-BE49-F238E27FC236}">
                <a16:creationId xmlns:a16="http://schemas.microsoft.com/office/drawing/2014/main" id="{B3000478-6B9C-F9F2-C4B5-C9452F94C79C}"/>
              </a:ext>
            </a:extLst>
          </p:cNvPr>
          <p:cNvSpPr/>
          <p:nvPr userDrawn="1"/>
        </p:nvSpPr>
        <p:spPr>
          <a:xfrm rot="5400000" flipH="1">
            <a:off x="-433217" y="436937"/>
            <a:ext cx="6838297" cy="6003826"/>
          </a:xfrm>
          <a:prstGeom prst="rect">
            <a:avLst/>
          </a:prstGeom>
          <a:gradFill flip="none" rotWithShape="1">
            <a:gsLst>
              <a:gs pos="23000">
                <a:schemeClr val="bg2"/>
              </a:gs>
              <a:gs pos="55000">
                <a:schemeClr val="bg2">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67536FF5-9154-5325-5E33-F0EC96653800}"/>
              </a:ext>
            </a:extLst>
          </p:cNvPr>
          <p:cNvSpPr/>
          <p:nvPr userDrawn="1"/>
        </p:nvSpPr>
        <p:spPr>
          <a:xfrm rot="5400000" flipH="1">
            <a:off x="3491683" y="1418303"/>
            <a:ext cx="1932033" cy="8947354"/>
          </a:xfrm>
          <a:prstGeom prst="rect">
            <a:avLst/>
          </a:prstGeom>
          <a:gradFill flip="none" rotWithShape="1">
            <a:gsLst>
              <a:gs pos="0">
                <a:schemeClr val="accent4"/>
              </a:gs>
              <a:gs pos="53000">
                <a:schemeClr val="bg2">
                  <a:alpha val="0"/>
                </a:schemeClr>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Content Placeholder 9">
            <a:extLst>
              <a:ext uri="{FF2B5EF4-FFF2-40B4-BE49-F238E27FC236}">
                <a16:creationId xmlns:a16="http://schemas.microsoft.com/office/drawing/2014/main" id="{9EC4EF12-D46B-1903-6274-05152A8CAB65}"/>
              </a:ext>
            </a:extLst>
          </p:cNvPr>
          <p:cNvSpPr>
            <a:spLocks noGrp="1"/>
          </p:cNvSpPr>
          <p:nvPr>
            <p:ph sz="quarter" idx="17" hasCustomPrompt="1"/>
          </p:nvPr>
        </p:nvSpPr>
        <p:spPr>
          <a:xfrm>
            <a:off x="5212080" y="762000"/>
            <a:ext cx="5717459" cy="5334000"/>
          </a:xfrm>
        </p:spPr>
        <p:txBody>
          <a:bodyPr anchor="t">
            <a:normAutofit/>
          </a:bodyPr>
          <a:lstStyle>
            <a:lvl1pPr>
              <a:lnSpc>
                <a:spcPct val="100000"/>
              </a:lnSpc>
              <a:defRPr sz="4800"/>
            </a:lvl1pPr>
            <a:lvl2pPr>
              <a:lnSpc>
                <a:spcPct val="100000"/>
              </a:lnSpc>
              <a:defRPr sz="4400"/>
            </a:lvl2pPr>
            <a:lvl3pPr>
              <a:lnSpc>
                <a:spcPct val="100000"/>
              </a:lnSpc>
              <a:defRPr sz="4000"/>
            </a:lvl3pPr>
            <a:lvl4pPr>
              <a:lnSpc>
                <a:spcPct val="100000"/>
              </a:lnSpc>
              <a:defRPr sz="3600"/>
            </a:lvl4pPr>
            <a:lvl5pPr>
              <a:lnSpc>
                <a:spcPct val="100000"/>
              </a:lnSpc>
              <a:defRPr sz="320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6267140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008CFE4-4AC8-17F9-C6E2-22D96CF81069}"/>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ectangle 7">
            <a:extLst>
              <a:ext uri="{FF2B5EF4-FFF2-40B4-BE49-F238E27FC236}">
                <a16:creationId xmlns:a16="http://schemas.microsoft.com/office/drawing/2014/main" id="{8B774BFB-EECC-C995-E701-4CCEB032FCDB}"/>
              </a:ext>
              <a:ext uri="{C183D7F6-B498-43B3-948B-1728B52AA6E4}">
                <adec:decorative xmlns:adec="http://schemas.microsoft.com/office/drawing/2017/decorative" val="1"/>
              </a:ext>
            </a:extLst>
          </p:cNvPr>
          <p:cNvSpPr/>
          <p:nvPr/>
        </p:nvSpPr>
        <p:spPr>
          <a:xfrm>
            <a:off x="0" y="3861412"/>
            <a:ext cx="12192000" cy="3010777"/>
          </a:xfrm>
          <a:prstGeom prst="rect">
            <a:avLst/>
          </a:prstGeom>
          <a:gradFill flip="none" rotWithShape="1">
            <a:gsLst>
              <a:gs pos="0">
                <a:schemeClr val="accent3">
                  <a:lumMod val="60000"/>
                  <a:lumOff val="40000"/>
                  <a:alpha val="70000"/>
                </a:schemeClr>
              </a:gs>
              <a:gs pos="50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chemeClr val="tx1"/>
              </a:solidFill>
            </a:endParaRPr>
          </a:p>
        </p:txBody>
      </p:sp>
      <p:sp>
        <p:nvSpPr>
          <p:cNvPr id="9" name="Rectangle 8">
            <a:extLst>
              <a:ext uri="{FF2B5EF4-FFF2-40B4-BE49-F238E27FC236}">
                <a16:creationId xmlns:a16="http://schemas.microsoft.com/office/drawing/2014/main" id="{CD2E260E-763F-A06B-2808-39975829F205}"/>
              </a:ext>
            </a:extLst>
          </p:cNvPr>
          <p:cNvSpPr/>
          <p:nvPr/>
        </p:nvSpPr>
        <p:spPr>
          <a:xfrm rot="5400000" flipH="1">
            <a:off x="2667005" y="-2666996"/>
            <a:ext cx="6857996" cy="12191993"/>
          </a:xfrm>
          <a:prstGeom prst="rect">
            <a:avLst/>
          </a:prstGeom>
          <a:gradFill>
            <a:gsLst>
              <a:gs pos="0">
                <a:schemeClr val="bg1"/>
              </a:gs>
              <a:gs pos="100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8E82642F-D94D-7313-EB9D-48E3CBEDD19C}"/>
              </a:ext>
            </a:extLst>
          </p:cNvPr>
          <p:cNvSpPr/>
          <p:nvPr/>
        </p:nvSpPr>
        <p:spPr>
          <a:xfrm rot="16200000" flipH="1">
            <a:off x="4381500" y="-4373435"/>
            <a:ext cx="3429000" cy="12175870"/>
          </a:xfrm>
          <a:prstGeom prst="rect">
            <a:avLst/>
          </a:prstGeom>
          <a:gradFill flip="none" rotWithShape="1">
            <a:gsLst>
              <a:gs pos="0">
                <a:schemeClr val="accent2"/>
              </a:gs>
              <a:gs pos="36000">
                <a:schemeClr val="accent6">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866900" y="4967784"/>
            <a:ext cx="8484108" cy="1052015"/>
          </a:xfrm>
        </p:spPr>
        <p:txBody>
          <a:bodyPr anchor="ctr">
            <a:normAutofit/>
          </a:bodyPr>
          <a:lstStyle>
            <a:lvl1pPr marL="137160" indent="-137160">
              <a:lnSpc>
                <a:spcPct val="100000"/>
              </a:lnSpc>
              <a:defRPr sz="2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80BDAA3E-BE52-42BC-99E8-CCCB81A57ABD}" type="datetime1">
              <a:rPr lang="en-US" smtClean="0"/>
              <a:t>6/15/2026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866900" y="1405719"/>
            <a:ext cx="8484108" cy="3087622"/>
          </a:xfrm>
        </p:spPr>
        <p:txBody>
          <a:bodyPr vert="horz" lIns="91440" tIns="45720" rIns="91440" bIns="45720" rtlCol="0" anchor="ctr">
            <a:noAutofit/>
          </a:bodyPr>
          <a:lstStyle>
            <a:lvl1pPr marL="0" indent="0">
              <a:lnSpc>
                <a:spcPct val="100000"/>
              </a:lnSpc>
              <a:buNone/>
              <a:defRPr lang="en-US" sz="4000" b="0" dirty="0">
                <a:solidFill>
                  <a:schemeClr val="tx1"/>
                </a:solidFill>
              </a:defRPr>
            </a:lvl1pPr>
            <a:lvl2pPr marL="228600" indent="0">
              <a:lnSpc>
                <a:spcPct val="100000"/>
              </a:lnSpc>
              <a:buNone/>
              <a:defRPr lang="en-US" sz="4000" b="0" dirty="0">
                <a:solidFill>
                  <a:schemeClr val="tx1"/>
                </a:solidFill>
              </a:defRPr>
            </a:lvl2pPr>
            <a:lvl3pPr marL="457200" indent="0">
              <a:lnSpc>
                <a:spcPct val="100000"/>
              </a:lnSpc>
              <a:buNone/>
              <a:defRPr lang="en-US" sz="4000" b="0" dirty="0">
                <a:solidFill>
                  <a:schemeClr val="tx1"/>
                </a:solidFill>
              </a:defRPr>
            </a:lvl3pPr>
            <a:lvl4pPr marL="685800" indent="0">
              <a:lnSpc>
                <a:spcPct val="100000"/>
              </a:lnSpc>
              <a:buNone/>
              <a:defRPr lang="en-US" sz="4000" b="0" dirty="0">
                <a:solidFill>
                  <a:schemeClr val="tx1"/>
                </a:solidFill>
              </a:defRPr>
            </a:lvl4pPr>
            <a:lvl5pPr marL="914400" indent="0">
              <a:lnSpc>
                <a:spcPct val="100000"/>
              </a:lnSpc>
              <a:buNone/>
              <a:defRPr lang="en-US" sz="3600" b="0" dirty="0">
                <a:solidFill>
                  <a:schemeClr val="tx1"/>
                </a:solidFill>
              </a:defRPr>
            </a:lvl5pPr>
          </a:lstStyle>
          <a:p>
            <a:pPr lvl="0"/>
            <a:r>
              <a:rPr lang="en-US" dirty="0"/>
              <a:t>Click to add Quote</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8D1ECC83-D6FA-D54B-81F2-EE93577E016F}"/>
              </a:ext>
            </a:extLst>
          </p:cNvPr>
          <p:cNvCxnSpPr>
            <a:cxnSpLocks/>
          </p:cNvCxnSpPr>
          <p:nvPr userDrawn="1"/>
        </p:nvCxnSpPr>
        <p:spPr>
          <a:xfrm flipH="1">
            <a:off x="2077285" y="4810814"/>
            <a:ext cx="8273723" cy="0"/>
          </a:xfrm>
          <a:prstGeom prst="line">
            <a:avLst/>
          </a:prstGeom>
          <a:ln w="6350">
            <a:solidFill>
              <a:schemeClr val="tx1">
                <a:lumMod val="75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501327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Quote 2">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35383F-36EC-D5B0-180D-4D5F853027D1}"/>
              </a:ext>
            </a:extLst>
          </p:cNvPr>
          <p:cNvSpPr/>
          <p:nvPr/>
        </p:nvSpPr>
        <p:spPr>
          <a:xfrm flipH="1">
            <a:off x="-1" y="0"/>
            <a:ext cx="12192002" cy="6858000"/>
          </a:xfrm>
          <a:prstGeom prst="rect">
            <a:avLst/>
          </a:prstGeom>
          <a:gradFill flip="none" rotWithShape="1">
            <a:gsLst>
              <a:gs pos="10000">
                <a:schemeClr val="accent3">
                  <a:lumMod val="60000"/>
                  <a:lumOff val="40000"/>
                  <a:alpha val="75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B5E5C4-3819-D8FF-73C4-648E36786FBE}"/>
              </a:ext>
            </a:extLst>
          </p:cNvPr>
          <p:cNvSpPr/>
          <p:nvPr/>
        </p:nvSpPr>
        <p:spPr>
          <a:xfrm>
            <a:off x="1524" y="0"/>
            <a:ext cx="12188952" cy="6858000"/>
          </a:xfrm>
          <a:prstGeom prst="rect">
            <a:avLst/>
          </a:prstGeom>
          <a:gradFill>
            <a:gsLst>
              <a:gs pos="27000">
                <a:schemeClr val="accent2">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FEFB336-7C01-1B2B-DE9C-135CE71E2AF4}"/>
              </a:ext>
            </a:extLst>
          </p:cNvPr>
          <p:cNvSpPr/>
          <p:nvPr/>
        </p:nvSpPr>
        <p:spPr>
          <a:xfrm rot="10800000" flipH="1">
            <a:off x="3048" y="1"/>
            <a:ext cx="12188952" cy="5601805"/>
          </a:xfrm>
          <a:prstGeom prst="rect">
            <a:avLst/>
          </a:prstGeom>
          <a:gradFill flip="none" rotWithShape="1">
            <a:gsLst>
              <a:gs pos="56000">
                <a:schemeClr val="accent1">
                  <a:alpha val="0"/>
                </a:schemeClr>
              </a:gs>
              <a:gs pos="89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2475326" y="4967784"/>
            <a:ext cx="7241347" cy="1052015"/>
          </a:xfrm>
        </p:spPr>
        <p:txBody>
          <a:bodyPr anchor="ctr">
            <a:normAutofit/>
          </a:bodyPr>
          <a:lstStyle>
            <a:lvl1pPr marL="137160" indent="-137160">
              <a:lnSpc>
                <a:spcPct val="100000"/>
              </a:lnSpc>
              <a:defRPr sz="2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54A4A468-500F-41B2-B72F-78A325FCC0DA}" type="datetime1">
              <a:rPr lang="en-US" smtClean="0"/>
              <a:t>6/15/2026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2475326" y="1405719"/>
            <a:ext cx="7241347" cy="3261814"/>
          </a:xfrm>
        </p:spPr>
        <p:txBody>
          <a:bodyPr vert="horz" lIns="91440" tIns="45720" rIns="91440" bIns="45720" rtlCol="0" anchor="ctr">
            <a:noAutofit/>
          </a:bodyPr>
          <a:lstStyle>
            <a:lvl1pPr marL="0" indent="0">
              <a:lnSpc>
                <a:spcPct val="100000"/>
              </a:lnSpc>
              <a:buNone/>
              <a:defRPr lang="en-US" sz="4000" b="0" dirty="0">
                <a:solidFill>
                  <a:schemeClr val="tx1"/>
                </a:solidFill>
              </a:defRPr>
            </a:lvl1pPr>
            <a:lvl2pPr marL="228600" indent="0">
              <a:lnSpc>
                <a:spcPct val="100000"/>
              </a:lnSpc>
              <a:buNone/>
              <a:defRPr lang="en-US" sz="4000" b="0" dirty="0">
                <a:solidFill>
                  <a:schemeClr val="tx1"/>
                </a:solidFill>
              </a:defRPr>
            </a:lvl2pPr>
            <a:lvl3pPr marL="457200" indent="0">
              <a:lnSpc>
                <a:spcPct val="100000"/>
              </a:lnSpc>
              <a:buNone/>
              <a:defRPr lang="en-US" sz="4000" b="0" dirty="0">
                <a:solidFill>
                  <a:schemeClr val="tx1"/>
                </a:solidFill>
              </a:defRPr>
            </a:lvl3pPr>
            <a:lvl4pPr marL="685800" indent="0">
              <a:lnSpc>
                <a:spcPct val="100000"/>
              </a:lnSpc>
              <a:buNone/>
              <a:defRPr lang="en-US" sz="4000" b="0" dirty="0">
                <a:solidFill>
                  <a:schemeClr val="tx1"/>
                </a:solidFill>
              </a:defRPr>
            </a:lvl4pPr>
            <a:lvl5pPr marL="914400" indent="0">
              <a:lnSpc>
                <a:spcPct val="100000"/>
              </a:lnSpc>
              <a:buNone/>
              <a:defRPr lang="en-US" sz="3600" b="0" dirty="0">
                <a:solidFill>
                  <a:schemeClr val="tx1"/>
                </a:solidFill>
              </a:defRPr>
            </a:lvl5pPr>
          </a:lstStyle>
          <a:p>
            <a:pPr lvl="0"/>
            <a:r>
              <a:rPr lang="en-US" dirty="0"/>
              <a:t>Click to add Quote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9484912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Quote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12C5369-3140-EE0E-90D0-D10162CA9486}"/>
              </a:ext>
            </a:extLst>
          </p:cNvPr>
          <p:cNvSpPr/>
          <p:nvPr/>
        </p:nvSpPr>
        <p:spPr>
          <a:xfrm flipH="1">
            <a:off x="8215952" y="0"/>
            <a:ext cx="3976048" cy="6858000"/>
          </a:xfrm>
          <a:prstGeom prst="rect">
            <a:avLst/>
          </a:prstGeom>
          <a:gradFill>
            <a:gsLst>
              <a:gs pos="51000">
                <a:schemeClr val="bg2">
                  <a:alpha val="0"/>
                </a:schemeClr>
              </a:gs>
              <a:gs pos="100000">
                <a:schemeClr val="accent1">
                  <a:lumMod val="75000"/>
                  <a:alpha val="80000"/>
                </a:schemeClr>
              </a:gs>
            </a:gsLst>
            <a:lin ang="11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274320" y="5336274"/>
            <a:ext cx="8607140" cy="683525"/>
          </a:xfrm>
        </p:spPr>
        <p:txBody>
          <a:bodyPr anchor="ctr">
            <a:normAutofit/>
          </a:bodyPr>
          <a:lstStyle>
            <a:lvl1pPr marL="137160" indent="-137160">
              <a:defRPr sz="1800"/>
            </a:lvl1pPr>
          </a:lstStyle>
          <a:p>
            <a:r>
              <a:rPr lang="en-US"/>
              <a:t>Quote Author</a:t>
            </a:r>
          </a:p>
        </p:txBody>
      </p:sp>
      <p:sp>
        <p:nvSpPr>
          <p:cNvPr id="8" name="Rectangle 7">
            <a:extLst>
              <a:ext uri="{FF2B5EF4-FFF2-40B4-BE49-F238E27FC236}">
                <a16:creationId xmlns:a16="http://schemas.microsoft.com/office/drawing/2014/main" id="{5A820F3D-C559-60AA-7FD0-657FB2431DB3}"/>
              </a:ext>
            </a:extLst>
          </p:cNvPr>
          <p:cNvSpPr/>
          <p:nvPr/>
        </p:nvSpPr>
        <p:spPr>
          <a:xfrm flipH="1">
            <a:off x="8215952" y="0"/>
            <a:ext cx="3976048" cy="6858000"/>
          </a:xfrm>
          <a:prstGeom prst="rect">
            <a:avLst/>
          </a:prstGeom>
          <a:gradFill>
            <a:gsLst>
              <a:gs pos="75000">
                <a:schemeClr val="bg2">
                  <a:alpha val="0"/>
                </a:schemeClr>
              </a:gs>
              <a:gs pos="96000">
                <a:schemeClr val="accent3">
                  <a:lumMod val="60000"/>
                  <a:lumOff val="40000"/>
                  <a:alpha val="65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03E200B1-3B6B-802E-E076-92826DD27EA2}"/>
              </a:ext>
            </a:extLst>
          </p:cNvPr>
          <p:cNvCxnSpPr>
            <a:cxnSpLocks/>
          </p:cNvCxnSpPr>
          <p:nvPr/>
        </p:nvCxnSpPr>
        <p:spPr>
          <a:xfrm flipH="1">
            <a:off x="394716" y="489532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10" name="Date Placeholder 9">
            <a:extLst>
              <a:ext uri="{FF2B5EF4-FFF2-40B4-BE49-F238E27FC236}">
                <a16:creationId xmlns:a16="http://schemas.microsoft.com/office/drawing/2014/main" id="{6CBAF11E-83FD-0A35-2B1B-893C4D55AE9F}"/>
              </a:ext>
            </a:extLst>
          </p:cNvPr>
          <p:cNvSpPr>
            <a:spLocks noGrp="1"/>
          </p:cNvSpPr>
          <p:nvPr>
            <p:ph type="dt" sz="half" idx="14"/>
          </p:nvPr>
        </p:nvSpPr>
        <p:spPr/>
        <p:txBody>
          <a:bodyPr/>
          <a:lstStyle/>
          <a:p>
            <a:fld id="{7DA2CEDE-2AB4-4FB8-9551-E0AA4222B1A3}" type="datetime1">
              <a:rPr lang="en-US" smtClean="0"/>
              <a:t>6/15/2026</a:t>
            </a:fld>
            <a:endParaRPr lang="en-US"/>
          </a:p>
        </p:txBody>
      </p:sp>
      <p:sp>
        <p:nvSpPr>
          <p:cNvPr id="11" name="Footer Placeholder 10">
            <a:extLst>
              <a:ext uri="{FF2B5EF4-FFF2-40B4-BE49-F238E27FC236}">
                <a16:creationId xmlns:a16="http://schemas.microsoft.com/office/drawing/2014/main" id="{2C8F38B5-19FF-BF8F-54FC-894E66C40672}"/>
              </a:ext>
            </a:extLst>
          </p:cNvPr>
          <p:cNvSpPr>
            <a:spLocks noGrp="1"/>
          </p:cNvSpPr>
          <p:nvPr>
            <p:ph type="ftr" sz="quarter" idx="15"/>
          </p:nvPr>
        </p:nvSpPr>
        <p:spPr/>
        <p:txBody>
          <a:bodyPr/>
          <a:lstStyle/>
          <a:p>
            <a:r>
              <a:rPr lang="en-US"/>
              <a:t>Sample Footer Text</a:t>
            </a:r>
          </a:p>
        </p:txBody>
      </p:sp>
      <p:sp>
        <p:nvSpPr>
          <p:cNvPr id="12" name="Slide Number Placeholder 11">
            <a:extLst>
              <a:ext uri="{FF2B5EF4-FFF2-40B4-BE49-F238E27FC236}">
                <a16:creationId xmlns:a16="http://schemas.microsoft.com/office/drawing/2014/main" id="{851EB385-BC70-148F-174E-479BEC0F52E8}"/>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274320" y="1714500"/>
            <a:ext cx="8587285" cy="2625487"/>
          </a:xfrm>
        </p:spPr>
        <p:txBody>
          <a:bodyPr anchor="ctr">
            <a:noAutofit/>
          </a:bodyPr>
          <a:lstStyle>
            <a:lvl1pPr marL="0" indent="0">
              <a:lnSpc>
                <a:spcPct val="100000"/>
              </a:lnSpc>
              <a:buNone/>
              <a:defRPr sz="4400" b="0">
                <a:solidFill>
                  <a:schemeClr val="tx1"/>
                </a:solidFill>
              </a:defRPr>
            </a:lvl1pPr>
            <a:lvl2pPr marL="228600" indent="0">
              <a:lnSpc>
                <a:spcPct val="100000"/>
              </a:lnSpc>
              <a:buNone/>
              <a:defRPr sz="4400" b="0">
                <a:solidFill>
                  <a:schemeClr val="tx1"/>
                </a:solidFill>
              </a:defRPr>
            </a:lvl2pPr>
            <a:lvl3pPr marL="457200" indent="0">
              <a:lnSpc>
                <a:spcPct val="100000"/>
              </a:lnSpc>
              <a:buNone/>
              <a:defRPr sz="4000" b="0">
                <a:solidFill>
                  <a:schemeClr val="tx1"/>
                </a:solidFill>
              </a:defRPr>
            </a:lvl3pPr>
            <a:lvl4pPr marL="685800" indent="0">
              <a:lnSpc>
                <a:spcPct val="100000"/>
              </a:lnSpc>
              <a:buNone/>
              <a:defRPr sz="3600" b="0">
                <a:solidFill>
                  <a:schemeClr val="tx1"/>
                </a:solidFill>
              </a:defRPr>
            </a:lvl4pPr>
            <a:lvl5pPr marL="914400" indent="0">
              <a:lnSpc>
                <a:spcPct val="100000"/>
              </a:lnSpc>
              <a:buNone/>
              <a:defRPr sz="3200" b="0">
                <a:solidFill>
                  <a:schemeClr val="tx1"/>
                </a:solidFill>
              </a:defRPr>
            </a:lvl5pPr>
          </a:lstStyle>
          <a:p>
            <a:pPr lvl="0"/>
            <a:r>
              <a:rPr lang="en-US" dirty="0"/>
              <a:t>Click to add Quote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8357141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7012885" cy="1381432"/>
          </a:xfrm>
        </p:spPr>
        <p:txBody>
          <a:bodyPr anchor="t">
            <a:noAutofit/>
          </a:bodyPr>
          <a:lstStyle>
            <a:lvl1pPr>
              <a:defRPr sz="44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1B1491A9-BF26-4517-AB22-6183D453A902}" type="datetime1">
              <a:rPr lang="en-US" smtClean="0"/>
              <a:t>6/15/2026</a:t>
            </a:fld>
            <a:endParaRPr lang="en-US"/>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5E0677F5-4A8A-4BF1-96BE-3BAE8FBAFE2E}" type="slidenum">
              <a:rPr lang="en-US" smtClean="0"/>
              <a:t>‹#›</a:t>
            </a:fld>
            <a:endParaRPr lang="en-US"/>
          </a:p>
        </p:txBody>
      </p:sp>
      <p:cxnSp>
        <p:nvCxnSpPr>
          <p:cNvPr id="3" name="Straight Connector 2">
            <a:extLst>
              <a:ext uri="{FF2B5EF4-FFF2-40B4-BE49-F238E27FC236}">
                <a16:creationId xmlns:a16="http://schemas.microsoft.com/office/drawing/2014/main" id="{9ABA73FC-7BD1-70E0-E0BB-062C0B9E495C}"/>
              </a:ext>
            </a:extLst>
          </p:cNvPr>
          <p:cNvCxnSpPr>
            <a:cxnSpLocks/>
          </p:cNvCxnSpPr>
          <p:nvPr/>
        </p:nvCxnSpPr>
        <p:spPr>
          <a:xfrm flipH="1">
            <a:off x="394716" y="303297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DE12F779-E4E9-1000-6D97-63D7AD0CD426}"/>
              </a:ext>
            </a:extLst>
          </p:cNvPr>
          <p:cNvSpPr/>
          <p:nvPr/>
        </p:nvSpPr>
        <p:spPr>
          <a:xfrm rot="5400000" flipH="1">
            <a:off x="4765041" y="-568961"/>
            <a:ext cx="2661919" cy="12192002"/>
          </a:xfrm>
          <a:prstGeom prst="rect">
            <a:avLst/>
          </a:prstGeom>
          <a:gradFill>
            <a:gsLst>
              <a:gs pos="51000">
                <a:schemeClr val="bg2">
                  <a:alpha val="0"/>
                </a:schemeClr>
              </a:gs>
              <a:gs pos="98276">
                <a:schemeClr val="tx2"/>
              </a:gs>
              <a:gs pos="85000">
                <a:schemeClr val="accent1">
                  <a:alpha val="85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11177CF-A7A2-912C-416D-E7E03D2C5291}"/>
              </a:ext>
            </a:extLst>
          </p:cNvPr>
          <p:cNvSpPr/>
          <p:nvPr/>
        </p:nvSpPr>
        <p:spPr>
          <a:xfrm rot="5400000" flipH="1">
            <a:off x="4516120" y="-817882"/>
            <a:ext cx="3159760" cy="12192003"/>
          </a:xfrm>
          <a:prstGeom prst="rect">
            <a:avLst/>
          </a:prstGeom>
          <a:gradFill>
            <a:gsLst>
              <a:gs pos="62000">
                <a:schemeClr val="bg2">
                  <a:alpha val="0"/>
                </a:schemeClr>
              </a:gs>
              <a:gs pos="98276">
                <a:schemeClr val="accent5"/>
              </a:gs>
              <a:gs pos="88000">
                <a:schemeClr val="accent3">
                  <a:alpha val="49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03230" y="3429000"/>
            <a:ext cx="11171699" cy="24656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636206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A3CA1D0-5ABF-E529-5411-F834222E48FC}"/>
              </a:ext>
            </a:extLst>
          </p:cNvPr>
          <p:cNvSpPr/>
          <p:nvPr/>
        </p:nvSpPr>
        <p:spPr>
          <a:xfrm rot="5400000">
            <a:off x="5020923" y="-2430130"/>
            <a:ext cx="1825034" cy="11866880"/>
          </a:xfrm>
          <a:prstGeom prst="rect">
            <a:avLst/>
          </a:prstGeom>
          <a:gradFill>
            <a:gsLst>
              <a:gs pos="41000">
                <a:schemeClr val="bg1">
                  <a:alpha val="0"/>
                </a:schemeClr>
              </a:gs>
              <a:gs pos="85612">
                <a:schemeClr val="accent4">
                  <a:alpha val="7800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40F5D87-BF9C-3DAE-D977-87A4FA7749F4}"/>
              </a:ext>
            </a:extLst>
          </p:cNvPr>
          <p:cNvSpPr/>
          <p:nvPr/>
        </p:nvSpPr>
        <p:spPr>
          <a:xfrm rot="10800000" flipH="1">
            <a:off x="0" y="2590790"/>
            <a:ext cx="12192000" cy="1825033"/>
          </a:xfrm>
          <a:prstGeom prst="rect">
            <a:avLst/>
          </a:prstGeom>
          <a:gradFill>
            <a:gsLst>
              <a:gs pos="68000">
                <a:schemeClr val="bg2">
                  <a:alpha val="0"/>
                </a:schemeClr>
              </a:gs>
              <a:gs pos="98851">
                <a:schemeClr val="accent5">
                  <a:lumMod val="60000"/>
                  <a:lumOff val="40000"/>
                </a:schemeClr>
              </a:gs>
              <a:gs pos="89000">
                <a:schemeClr val="accent3">
                  <a:lumMod val="60000"/>
                  <a:lumOff val="40000"/>
                  <a:alpha val="3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6095999" cy="1454506"/>
          </a:xfrm>
        </p:spPr>
        <p:txBody>
          <a:bodyPr anchor="t">
            <a:normAutofit/>
          </a:bodyPr>
          <a:lstStyle>
            <a:lvl1pPr>
              <a:defRPr sz="54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3A5024DF-23AF-419A-978A-28215FBF1E37}" type="datetime1">
              <a:rPr lang="en-US" smtClean="0"/>
              <a:t>6/15/2026</a:t>
            </a:fld>
            <a:endParaRPr lang="en-US"/>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620000" y="3337560"/>
            <a:ext cx="3595171" cy="2828581"/>
          </a:xfrm>
        </p:spPr>
        <p:txBody>
          <a:bodyPr vert="horz" lIns="91440" tIns="45720" rIns="91440" bIns="45720" rtlCol="0">
            <a:normAutofit/>
          </a:bodyPr>
          <a:lstStyle>
            <a:lvl1pPr marL="0" indent="0">
              <a:buNone/>
              <a:defRPr lang="en-US" sz="1800" dirty="0"/>
            </a:lvl1pPr>
            <a:lvl2pPr marL="228600" indent="0">
              <a:buNone/>
              <a:defRPr lang="en-US" sz="1400" dirty="0"/>
            </a:lvl2pPr>
            <a:lvl3pPr marL="457200" indent="0">
              <a:buNone/>
              <a:defRPr lang="en-US" sz="1200" dirty="0"/>
            </a:lvl3pPr>
            <a:lvl4pPr marL="685800" indent="0">
              <a:buNone/>
              <a:defRPr lang="en-US" sz="1100" dirty="0"/>
            </a:lvl4pPr>
            <a:lvl5pPr marL="914400" indent="0">
              <a:buNone/>
              <a:defRPr lang="en-US" sz="105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0800456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983230"/>
            <a:ext cx="9830017" cy="877376"/>
          </a:xfrm>
        </p:spPr>
        <p:txBody>
          <a:bodyPr anchor="t">
            <a:normAutofit/>
          </a:bodyPr>
          <a:lstStyle>
            <a:lvl1pPr>
              <a:defRPr sz="50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9CF24436-170D-487D-ADBB-C24D74D1C150}" type="datetime1">
              <a:rPr lang="en-US" smtClean="0"/>
              <a:t>6/15/2026</a:t>
            </a:fld>
            <a:endParaRPr lang="en-US"/>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E0677F5-4A8A-4BF1-96BE-3BAE8FBAFE2E}" type="slidenum">
              <a:rPr lang="en-US" smtClean="0"/>
              <a:t>‹#›</a:t>
            </a:fld>
            <a:endParaRPr lang="en-US"/>
          </a:p>
        </p:txBody>
      </p:sp>
      <p:sp>
        <p:nvSpPr>
          <p:cNvPr id="4" name="Rectangle 3">
            <a:extLst>
              <a:ext uri="{FF2B5EF4-FFF2-40B4-BE49-F238E27FC236}">
                <a16:creationId xmlns:a16="http://schemas.microsoft.com/office/drawing/2014/main" id="{D69261CB-4EFB-BCD1-842F-3895D3F35D6A}"/>
              </a:ext>
            </a:extLst>
          </p:cNvPr>
          <p:cNvSpPr/>
          <p:nvPr/>
        </p:nvSpPr>
        <p:spPr>
          <a:xfrm rot="10800000">
            <a:off x="0" y="2221515"/>
            <a:ext cx="12192000" cy="1825033"/>
          </a:xfrm>
          <a:prstGeom prst="rect">
            <a:avLst/>
          </a:prstGeom>
          <a:gradFill>
            <a:gsLst>
              <a:gs pos="63000">
                <a:schemeClr val="bg2">
                  <a:alpha val="0"/>
                </a:schemeClr>
              </a:gs>
              <a:gs pos="100000">
                <a:schemeClr val="accent1"/>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11813EA-BFDF-185B-80F0-B1786A1A10E5}"/>
              </a:ext>
            </a:extLst>
          </p:cNvPr>
          <p:cNvSpPr/>
          <p:nvPr/>
        </p:nvSpPr>
        <p:spPr>
          <a:xfrm rot="16200000" flipH="1">
            <a:off x="7850483" y="-294964"/>
            <a:ext cx="1825034" cy="6858000"/>
          </a:xfrm>
          <a:prstGeom prst="rect">
            <a:avLst/>
          </a:prstGeom>
          <a:gradFill>
            <a:gsLst>
              <a:gs pos="56000">
                <a:schemeClr val="bg1">
                  <a:alpha val="0"/>
                </a:schemeClr>
              </a:gs>
              <a:gs pos="100000">
                <a:schemeClr val="accent3"/>
              </a:gs>
            </a:gsLst>
            <a:lin ang="9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241964" y="3429000"/>
            <a:ext cx="8226135" cy="2434712"/>
          </a:xfrm>
        </p:spPr>
        <p:txBody>
          <a:bodyPr vert="horz" lIns="91440" tIns="45720" rIns="91440" bIns="45720" rtlCol="0">
            <a:normAutofit/>
          </a:bodyPr>
          <a:lstStyle>
            <a:lvl1pPr marL="0" indent="0">
              <a:buNone/>
              <a:defRPr lang="en-US" sz="1600" dirty="0"/>
            </a:lvl1pPr>
            <a:lvl2pPr marL="228600" indent="0">
              <a:buNone/>
              <a:defRPr lang="en-US" sz="1200" dirty="0"/>
            </a:lvl2pPr>
            <a:lvl3pPr marL="457200" indent="0">
              <a:buNone/>
              <a:defRPr lang="en-US" sz="1100" dirty="0"/>
            </a:lvl3pPr>
            <a:lvl4pPr marL="685800" indent="0">
              <a:buNone/>
              <a:defRPr lang="en-US" sz="1050" dirty="0"/>
            </a:lvl4pPr>
            <a:lvl5pPr marL="914400" indent="0">
              <a:buNone/>
              <a:defRPr lang="en-US" sz="10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2978364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731520"/>
            <a:ext cx="10858500" cy="692389"/>
          </a:xfrm>
        </p:spPr>
        <p:txBody>
          <a:bodyPr/>
          <a:lstStyle>
            <a:lvl1pPr>
              <a:defRPr>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B01CFC0-D171-4F9D-A610-2F47C1080058}" type="datetime1">
              <a:rPr lang="en-US" smtClean="0"/>
              <a:t>6/15/2026</a:t>
            </a:fld>
            <a:endParaRPr lang="en-US"/>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80A35E0D-62A8-3554-9B0A-F98F410BA73C}"/>
              </a:ext>
            </a:extLst>
          </p:cNvPr>
          <p:cNvSpPr>
            <a:spLocks noGrp="1"/>
          </p:cNvSpPr>
          <p:nvPr>
            <p:ph sz="quarter" idx="18"/>
          </p:nvPr>
        </p:nvSpPr>
        <p:spPr>
          <a:xfrm>
            <a:off x="301625" y="1806575"/>
            <a:ext cx="5165725"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6">
            <a:extLst>
              <a:ext uri="{FF2B5EF4-FFF2-40B4-BE49-F238E27FC236}">
                <a16:creationId xmlns:a16="http://schemas.microsoft.com/office/drawing/2014/main" id="{59B3B287-1823-BE94-2755-A041E87636AD}"/>
              </a:ext>
            </a:extLst>
          </p:cNvPr>
          <p:cNvSpPr>
            <a:spLocks noGrp="1"/>
          </p:cNvSpPr>
          <p:nvPr>
            <p:ph sz="quarter" idx="19"/>
          </p:nvPr>
        </p:nvSpPr>
        <p:spPr>
          <a:xfrm>
            <a:off x="6723891" y="1806575"/>
            <a:ext cx="4991100"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3AFB33C1-66E4-5420-EAC7-ECB72519298E}"/>
              </a:ext>
            </a:extLst>
          </p:cNvPr>
          <p:cNvCxnSpPr>
            <a:cxnSpLocks/>
          </p:cNvCxnSpPr>
          <p:nvPr/>
        </p:nvCxnSpPr>
        <p:spPr>
          <a:xfrm flipH="1">
            <a:off x="394716" y="158496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931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omparison">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6AE5CFF-8C53-04B8-D45D-5572C54FE40F}"/>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301752" y="731520"/>
            <a:ext cx="11585448" cy="662062"/>
          </a:xfrm>
        </p:spPr>
        <p:txBody>
          <a:bodyPr/>
          <a:lstStyle>
            <a:lvl1pPr>
              <a:defRPr>
                <a:solidFill>
                  <a:schemeClr val="tx1"/>
                </a:solidFill>
              </a:defRPr>
            </a:lvl1pPr>
          </a:lstStyle>
          <a:p>
            <a:r>
              <a:rPr lang="en-US"/>
              <a:t>Click to edit Master title style</a:t>
            </a:r>
          </a:p>
        </p:txBody>
      </p:sp>
      <p:sp>
        <p:nvSpPr>
          <p:cNvPr id="15" name="Date Placeholder 14">
            <a:extLst>
              <a:ext uri="{FF2B5EF4-FFF2-40B4-BE49-F238E27FC236}">
                <a16:creationId xmlns:a16="http://schemas.microsoft.com/office/drawing/2014/main" id="{705EA491-E08A-48B5-7211-33514A94530C}"/>
              </a:ext>
            </a:extLst>
          </p:cNvPr>
          <p:cNvSpPr>
            <a:spLocks noGrp="1"/>
          </p:cNvSpPr>
          <p:nvPr>
            <p:ph type="dt" sz="half" idx="15"/>
          </p:nvPr>
        </p:nvSpPr>
        <p:spPr/>
        <p:txBody>
          <a:bodyPr/>
          <a:lstStyle/>
          <a:p>
            <a:fld id="{7DA2CEDE-2AB4-4FB8-9551-E0AA4222B1A3}" type="datetime1">
              <a:rPr lang="en-US" smtClean="0"/>
              <a:t>6/15/2026</a:t>
            </a:fld>
            <a:endParaRPr lang="en-US"/>
          </a:p>
        </p:txBody>
      </p:sp>
      <p:sp>
        <p:nvSpPr>
          <p:cNvPr id="16" name="Footer Placeholder 15">
            <a:extLst>
              <a:ext uri="{FF2B5EF4-FFF2-40B4-BE49-F238E27FC236}">
                <a16:creationId xmlns:a16="http://schemas.microsoft.com/office/drawing/2014/main" id="{259980DF-BFB1-0E16-FE9E-D2D30ED180E7}"/>
              </a:ext>
            </a:extLst>
          </p:cNvPr>
          <p:cNvSpPr>
            <a:spLocks noGrp="1"/>
          </p:cNvSpPr>
          <p:nvPr>
            <p:ph type="ftr" sz="quarter" idx="16"/>
          </p:nvPr>
        </p:nvSpPr>
        <p:spPr/>
        <p:txBody>
          <a:bodyPr/>
          <a:lstStyle/>
          <a:p>
            <a:r>
              <a:rPr lang="en-US"/>
              <a:t>Sample Footer Text</a:t>
            </a:r>
          </a:p>
        </p:txBody>
      </p:sp>
      <p:sp>
        <p:nvSpPr>
          <p:cNvPr id="17" name="Slide Number Placeholder 16">
            <a:extLst>
              <a:ext uri="{FF2B5EF4-FFF2-40B4-BE49-F238E27FC236}">
                <a16:creationId xmlns:a16="http://schemas.microsoft.com/office/drawing/2014/main" id="{6EA97154-58A7-DD75-CD73-93F442F34125}"/>
              </a:ext>
            </a:extLst>
          </p:cNvPr>
          <p:cNvSpPr>
            <a:spLocks noGrp="1"/>
          </p:cNvSpPr>
          <p:nvPr>
            <p:ph type="sldNum" sz="quarter" idx="17"/>
          </p:nvPr>
        </p:nvSpPr>
        <p:spPr/>
        <p:txBody>
          <a:bodyPr/>
          <a:lstStyle/>
          <a:p>
            <a:fld id="{5E0677F5-4A8A-4BF1-96BE-3BAE8FBAFE2E}" type="slidenum">
              <a:rPr lang="en-US" smtClean="0"/>
              <a:pPr/>
              <a:t>‹#›</a:t>
            </a:fld>
            <a:endParaRPr lang="en-US"/>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301752" y="1775779"/>
            <a:ext cx="5166360" cy="640080"/>
          </a:xfrm>
        </p:spPr>
        <p:txBody>
          <a:bodyPr anchor="ctr" anchorCtr="0">
            <a:normAutofit/>
          </a:bodyPr>
          <a:lstStyle>
            <a:lvl1pPr marL="0" indent="0">
              <a:lnSpc>
                <a:spcPct val="90000"/>
              </a:lnSpc>
              <a:buNone/>
              <a:defRPr sz="16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6">
            <a:extLst>
              <a:ext uri="{FF2B5EF4-FFF2-40B4-BE49-F238E27FC236}">
                <a16:creationId xmlns:a16="http://schemas.microsoft.com/office/drawing/2014/main" id="{13701989-F794-F145-FEEE-631718E4D69C}"/>
              </a:ext>
            </a:extLst>
          </p:cNvPr>
          <p:cNvSpPr>
            <a:spLocks noGrp="1"/>
          </p:cNvSpPr>
          <p:nvPr>
            <p:ph sz="quarter" idx="18"/>
          </p:nvPr>
        </p:nvSpPr>
        <p:spPr>
          <a:xfrm>
            <a:off x="301625" y="2492481"/>
            <a:ext cx="5165725"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720840" y="1775777"/>
            <a:ext cx="5166360" cy="640080"/>
          </a:xfrm>
        </p:spPr>
        <p:txBody>
          <a:bodyPr anchor="ctr" anchorCtr="0">
            <a:normAutofit/>
          </a:bodyPr>
          <a:lstStyle>
            <a:lvl1pPr marL="0" indent="0">
              <a:lnSpc>
                <a:spcPct val="90000"/>
              </a:lnSpc>
              <a:buNone/>
              <a:defRPr sz="16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6">
            <a:extLst>
              <a:ext uri="{FF2B5EF4-FFF2-40B4-BE49-F238E27FC236}">
                <a16:creationId xmlns:a16="http://schemas.microsoft.com/office/drawing/2014/main" id="{A3BB3E04-BBB2-1EB1-AF01-EFE05E004270}"/>
              </a:ext>
            </a:extLst>
          </p:cNvPr>
          <p:cNvSpPr>
            <a:spLocks noGrp="1"/>
          </p:cNvSpPr>
          <p:nvPr>
            <p:ph sz="quarter" idx="19"/>
          </p:nvPr>
        </p:nvSpPr>
        <p:spPr>
          <a:xfrm>
            <a:off x="6723890" y="2492481"/>
            <a:ext cx="5181907"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B692CF81-A7A7-1362-125E-EEC5C8BD16E7}"/>
              </a:ext>
            </a:extLst>
          </p:cNvPr>
          <p:cNvCxnSpPr>
            <a:cxnSpLocks/>
          </p:cNvCxnSpPr>
          <p:nvPr/>
        </p:nvCxnSpPr>
        <p:spPr>
          <a:xfrm flipH="1">
            <a:off x="394716" y="1579934"/>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11E71789-6ED9-AA74-B78C-05CAF80B5536}"/>
              </a:ext>
            </a:extLst>
          </p:cNvPr>
          <p:cNvSpPr/>
          <p:nvPr userDrawn="1"/>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52855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301752" y="1005840"/>
            <a:ext cx="9906000" cy="801042"/>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16C42483-B3E3-4399-B6B2-4B1D067F8CE5}" type="datetime1">
              <a:rPr lang="en-US" smtClean="0"/>
              <a:t>6/15/2026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354861876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36574F-2CAD-411B-9EF3-12D0DF2C09EB}" type="datetime1">
              <a:rPr lang="en-US" smtClean="0"/>
              <a:t>6/15/2026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128000886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301752" y="1124712"/>
            <a:ext cx="3543299" cy="1627415"/>
          </a:xfrm>
        </p:spPr>
        <p:txBody>
          <a:bodyPr anchor="t">
            <a:normAutofit/>
          </a:bodyPr>
          <a:lstStyle>
            <a:lvl1pPr>
              <a:defRPr sz="3200"/>
            </a:lvl1pPr>
          </a:lstStyle>
          <a:p>
            <a:r>
              <a:rPr lang="en-US"/>
              <a:t>Click to edit Master title style</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5B5223AD-184F-4273-AC4F-854D3B259B85}" type="datetime1">
              <a:rPr lang="en-US" smtClean="0"/>
              <a:t>6/15/2026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5212080" y="210114"/>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5E0677F5-4A8A-4BF1-96BE-3BAE8FBAFE2E}" type="slidenum">
              <a:rPr lang="en-US" smtClean="0"/>
              <a:t>‹#›</a:t>
            </a:fld>
            <a:endParaRPr lang="en-US"/>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301752" y="2857605"/>
            <a:ext cx="3543299" cy="3534229"/>
          </a:xfrm>
        </p:spPr>
        <p:txBody>
          <a:bodyPr anchor="b">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12080" y="1124712"/>
            <a:ext cx="6309360" cy="5219700"/>
          </a:xfrm>
        </p:spPr>
        <p:txBody>
          <a:bodyPr>
            <a:normAutofit/>
          </a:bodyPr>
          <a:lstStyle>
            <a:lvl1pPr>
              <a:defRPr sz="1800"/>
            </a:lvl1pPr>
            <a:lvl2pPr>
              <a:defRPr sz="1600"/>
            </a:lvl2pPr>
            <a:lvl3pPr>
              <a:defRPr sz="1400"/>
            </a:lvl3pPr>
            <a:lvl4pPr>
              <a:defRPr sz="1200"/>
            </a:lvl4pPr>
            <a:lvl5pP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id="{91C6F58E-0CCE-AAF7-6F0A-E0B0FFF62A10}"/>
              </a:ext>
            </a:extLst>
          </p:cNvPr>
          <p:cNvSpPr/>
          <p:nvPr/>
        </p:nvSpPr>
        <p:spPr>
          <a:xfrm>
            <a:off x="-3" y="5655733"/>
            <a:ext cx="12191999" cy="1202267"/>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056634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301752" y="1124712"/>
            <a:ext cx="3546235" cy="1533073"/>
          </a:xfrm>
        </p:spPr>
        <p:txBody>
          <a:bodyPr anchor="t">
            <a:normAutofit/>
          </a:bodyPr>
          <a:lstStyle>
            <a:lvl1pPr>
              <a:defRPr sz="3200"/>
            </a:lvl1pPr>
          </a:lstStyle>
          <a:p>
            <a:r>
              <a:rPr lang="en-US"/>
              <a:t>Click to edit Master title style</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907E4E07-E412-47A0-AB1E-CAAABECD1A31}" type="datetime1">
              <a:rPr lang="en-US" smtClean="0"/>
              <a:t>6/15/2026</a:t>
            </a:fld>
            <a:endParaRPr lang="en-US"/>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a:xfrm>
            <a:off x="5212080" y="210114"/>
            <a:ext cx="2509284" cy="365760"/>
          </a:xfrm>
        </p:spPr>
        <p:txBody>
          <a:bodyPr/>
          <a:lstStyle/>
          <a:p>
            <a:r>
              <a:rPr lang="en-US"/>
              <a:t>Sample Footer Text</a:t>
            </a:r>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301752" y="2706914"/>
            <a:ext cx="3236976" cy="3553861"/>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212080" y="1009816"/>
            <a:ext cx="6979920" cy="5856573"/>
          </a:xfrm>
          <a:blipFill>
            <a:blip r:embed="rId2">
              <a:alphaModFix amt="60000"/>
            </a:blip>
            <a:stretch>
              <a:fillRect/>
            </a:stretch>
          </a:blipFill>
        </p:spPr>
        <p:txBody>
          <a:bodyPr/>
          <a:lstStyle>
            <a:lvl1pPr>
              <a:defRPr/>
            </a:lvl1pPr>
          </a:lstStyle>
          <a:p>
            <a:r>
              <a:rPr lang="en-US" dirty="0"/>
              <a:t>    </a:t>
            </a:r>
          </a:p>
        </p:txBody>
      </p:sp>
    </p:spTree>
    <p:extLst>
      <p:ext uri="{BB962C8B-B14F-4D97-AF65-F5344CB8AC3E}">
        <p14:creationId xmlns:p14="http://schemas.microsoft.com/office/powerpoint/2010/main" val="408710521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theme" Target="../theme/theme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301752" y="869140"/>
            <a:ext cx="11604046" cy="96920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301752" y="210114"/>
            <a:ext cx="1759288" cy="365760"/>
          </a:xfrm>
          <a:prstGeom prst="rect">
            <a:avLst/>
          </a:prstGeom>
        </p:spPr>
        <p:txBody>
          <a:bodyPr vert="horz" lIns="91440" tIns="45720" rIns="91440" bIns="45720" rtlCol="0" anchor="ctr"/>
          <a:lstStyle>
            <a:lvl1pPr algn="l" rtl="0">
              <a:defRPr sz="800" cap="none" spc="0" baseline="0">
                <a:solidFill>
                  <a:schemeClr val="tx1"/>
                </a:solidFill>
              </a:defRPr>
            </a:lvl1pPr>
          </a:lstStyle>
          <a:p>
            <a:fld id="{7DA2CEDE-2AB4-4FB8-9551-E0AA4222B1A3}" type="datetime1">
              <a:rPr lang="en-US" smtClean="0"/>
              <a:pPr/>
              <a:t>6/15/2026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622485" y="210114"/>
            <a:ext cx="2509284" cy="365760"/>
          </a:xfrm>
          <a:prstGeom prst="rect">
            <a:avLst/>
          </a:prstGeom>
        </p:spPr>
        <p:txBody>
          <a:bodyPr vert="horz" lIns="91440" tIns="45720" rIns="91440" bIns="45720" rtlCol="0" anchor="ctr"/>
          <a:lstStyle>
            <a:lvl1pPr algn="l" rtl="0">
              <a:defRPr sz="800" cap="none" spc="0" baseline="0">
                <a:solidFill>
                  <a:schemeClr val="tx1"/>
                </a:solidFill>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300323" y="210114"/>
            <a:ext cx="605475" cy="365760"/>
          </a:xfrm>
          <a:prstGeom prst="rect">
            <a:avLst/>
          </a:prstGeom>
        </p:spPr>
        <p:txBody>
          <a:bodyPr vert="horz" lIns="91440" tIns="45720" rIns="91440" bIns="45720" rtlCol="0" anchor="ctr"/>
          <a:lstStyle>
            <a:lvl1pPr algn="r" rtl="0">
              <a:defRPr sz="800" cap="none" spc="0" baseline="0">
                <a:solidFill>
                  <a:schemeClr val="tx1"/>
                </a:solidFill>
              </a:defRPr>
            </a:lvl1pPr>
          </a:lstStyle>
          <a:p>
            <a:fld id="{5E0677F5-4A8A-4BF1-96BE-3BAE8FBAFE2E}"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301752" y="2047284"/>
            <a:ext cx="11604046" cy="423464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6" name="Straight Connector 15">
            <a:extLst>
              <a:ext uri="{FF2B5EF4-FFF2-40B4-BE49-F238E27FC236}">
                <a16:creationId xmlns:a16="http://schemas.microsoft.com/office/drawing/2014/main" id="{A3E5EF3F-856F-01A0-B658-94EAB13FC060}"/>
              </a:ext>
            </a:extLst>
          </p:cNvPr>
          <p:cNvCxnSpPr>
            <a:cxnSpLocks/>
          </p:cNvCxnSpPr>
          <p:nvPr/>
        </p:nvCxnSpPr>
        <p:spPr>
          <a:xfrm flipH="1">
            <a:off x="394716" y="751313"/>
            <a:ext cx="1140256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9977978"/>
      </p:ext>
    </p:extLst>
  </p:cSld>
  <p:clrMap bg1="dk1" tx1="lt1" bg2="dk2" tx2="lt2" accent1="accent1" accent2="accent2" accent3="accent3" accent4="accent4" accent5="accent5" accent6="accent6" hlink="hlink" folHlink="folHlink"/>
  <p:sldLayoutIdLst>
    <p:sldLayoutId id="2147483814" r:id="rId1"/>
    <p:sldLayoutId id="2147483838" r:id="rId2"/>
    <p:sldLayoutId id="2147483816" r:id="rId3"/>
    <p:sldLayoutId id="2147483817" r:id="rId4"/>
    <p:sldLayoutId id="2147483818" r:id="rId5"/>
    <p:sldLayoutId id="2147483819" r:id="rId6"/>
    <p:sldLayoutId id="2147483820" r:id="rId7"/>
    <p:sldLayoutId id="2147483821" r:id="rId8"/>
    <p:sldLayoutId id="2147483822" r:id="rId9"/>
    <p:sldLayoutId id="2147483823" r:id="rId10"/>
    <p:sldLayoutId id="2147483825" r:id="rId11"/>
    <p:sldLayoutId id="2147483826" r:id="rId12"/>
    <p:sldLayoutId id="2147483827" r:id="rId13"/>
    <p:sldLayoutId id="2147483828" r:id="rId14"/>
    <p:sldLayoutId id="2147483829" r:id="rId15"/>
    <p:sldLayoutId id="2147483830" r:id="rId16"/>
    <p:sldLayoutId id="2147483832" r:id="rId17"/>
    <p:sldLayoutId id="2147483833" r:id="rId18"/>
    <p:sldLayoutId id="2147483835" r:id="rId19"/>
    <p:sldLayoutId id="2147483836" r:id="rId20"/>
    <p:sldLayoutId id="2147483837" r:id="rId21"/>
    <p:sldLayoutId id="2147483839" r:id="rId22"/>
    <p:sldLayoutId id="2147483840" r:id="rId23"/>
    <p:sldLayoutId id="2147483841" r:id="rId24"/>
    <p:sldLayoutId id="2147483842" r:id="rId25"/>
    <p:sldLayoutId id="2147483844" r:id="rId26"/>
    <p:sldLayoutId id="2147483845" r:id="rId27"/>
    <p:sldLayoutId id="2147483846" r:id="rId28"/>
    <p:sldLayoutId id="2147483847" r:id="rId29"/>
    <p:sldLayoutId id="2147483848" r:id="rId30"/>
    <p:sldLayoutId id="2147483849" r:id="rId31"/>
    <p:sldLayoutId id="2147483850" r:id="rId32"/>
    <p:sldLayoutId id="2147483851" r:id="rId33"/>
    <p:sldLayoutId id="2147483852" r:id="rId34"/>
    <p:sldLayoutId id="2147483855" r:id="rId35"/>
    <p:sldLayoutId id="2147483856" r:id="rId36"/>
    <p:sldLayoutId id="2147483857" r:id="rId37"/>
    <p:sldLayoutId id="2147483858" r:id="rId38"/>
    <p:sldLayoutId id="2147483859" r:id="rId39"/>
    <p:sldLayoutId id="2147483861" r:id="rId40"/>
    <p:sldLayoutId id="2147483862" r:id="rId41"/>
    <p:sldLayoutId id="2147483863" r:id="rId42"/>
    <p:sldLayoutId id="2147483864" r:id="rId43"/>
    <p:sldLayoutId id="2147483865" r:id="rId44"/>
    <p:sldLayoutId id="2147483866" r:id="rId45"/>
    <p:sldLayoutId id="2147483867" r:id="rId46"/>
    <p:sldLayoutId id="2147483868" r:id="rId47"/>
    <p:sldLayoutId id="2147483870" r:id="rId48"/>
    <p:sldLayoutId id="2147483871" r:id="rId49"/>
    <p:sldLayoutId id="2147483872" r:id="rId50"/>
    <p:sldLayoutId id="2147483873" r:id="rId51"/>
    <p:sldLayoutId id="2147483874" r:id="rId52"/>
    <p:sldLayoutId id="2147483875" r:id="rId53"/>
    <p:sldLayoutId id="2147483876" r:id="rId54"/>
    <p:sldLayoutId id="2147483877" r:id="rId55"/>
    <p:sldLayoutId id="2147483878" r:id="rId56"/>
    <p:sldLayoutId id="2147483879" r:id="rId57"/>
    <p:sldLayoutId id="2147483880" r:id="rId58"/>
    <p:sldLayoutId id="2147483881" r:id="rId59"/>
    <p:sldLayoutId id="2147483882" r:id="rId60"/>
  </p:sldLayoutIdLst>
  <p:hf hdr="0"/>
  <p:txStyles>
    <p:titleStyle>
      <a:lvl1pPr algn="l" defTabSz="914400" rtl="0" eaLnBrk="1" latinLnBrk="0" hangingPunct="1">
        <a:lnSpc>
          <a:spcPct val="85000"/>
        </a:lnSpc>
        <a:spcBef>
          <a:spcPct val="0"/>
        </a:spcBef>
        <a:buNone/>
        <a:defRPr sz="2800" b="0"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kern="1200" spc="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pos="168" userDrawn="1">
          <p15:clr>
            <a:srgbClr val="F26B43"/>
          </p15:clr>
        </p15:guide>
        <p15:guide id="22" orient="horz" pos="2160" userDrawn="1">
          <p15:clr>
            <a:srgbClr val="F26B43"/>
          </p15:clr>
        </p15:guide>
        <p15:guide id="23" pos="4800" userDrawn="1">
          <p15:clr>
            <a:srgbClr val="F26B43"/>
          </p15:clr>
        </p15:guide>
        <p15:guide id="24" orient="horz" pos="480" userDrawn="1">
          <p15:clr>
            <a:srgbClr val="F26B43"/>
          </p15:clr>
        </p15:guide>
        <p15:guide id="25" orient="horz" pos="864" userDrawn="1">
          <p15:clr>
            <a:srgbClr val="F26B43"/>
          </p15:clr>
        </p15:guide>
        <p15:guide id="26" pos="7392" userDrawn="1">
          <p15:clr>
            <a:srgbClr val="F26B43"/>
          </p15:clr>
        </p15:guide>
        <p15:guide id="27" orient="horz" pos="3840" userDrawn="1">
          <p15:clr>
            <a:srgbClr val="F26B43"/>
          </p15:clr>
        </p15:guide>
        <p15:guide id="28" pos="240" userDrawn="1">
          <p15:clr>
            <a:srgbClr val="F26B43"/>
          </p15:clr>
        </p15:guide>
        <p15:guide id="29" pos="74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5.jpg"/><Relationship Id="rId1" Type="http://schemas.openxmlformats.org/officeDocument/2006/relationships/slideLayout" Target="../slideLayouts/slideLayout12.xml"/><Relationship Id="rId5" Type="http://schemas.openxmlformats.org/officeDocument/2006/relationships/image" Target="../media/image9.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1.png"/><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Picture Placeholder 24">
            <a:extLst>
              <a:ext uri="{FF2B5EF4-FFF2-40B4-BE49-F238E27FC236}">
                <a16:creationId xmlns:a16="http://schemas.microsoft.com/office/drawing/2014/main" id="{3B79E83D-3861-04DB-55C4-E8A5AE9C806A}"/>
              </a:ext>
            </a:extLst>
          </p:cNvPr>
          <p:cNvSpPr>
            <a:spLocks noGrp="1"/>
          </p:cNvSpPr>
          <p:nvPr>
            <p:ph type="pic" sz="quarter" idx="13"/>
          </p:nvPr>
        </p:nvSpPr>
        <p:spPr>
          <a:xfrm>
            <a:off x="6788" y="-1"/>
            <a:ext cx="12192001" cy="6858000"/>
          </a:xfrm>
        </p:spPr>
        <p:txBody>
          <a:bodyPr/>
          <a:lstStyle/>
          <a:p>
            <a:endParaRPr lang="en-US" dirty="0"/>
          </a:p>
        </p:txBody>
      </p:sp>
      <p:sp>
        <p:nvSpPr>
          <p:cNvPr id="11" name="Title 10">
            <a:extLst>
              <a:ext uri="{FF2B5EF4-FFF2-40B4-BE49-F238E27FC236}">
                <a16:creationId xmlns:a16="http://schemas.microsoft.com/office/drawing/2014/main" id="{CF602C14-387E-56A4-EE7D-CD69FC70AB75}"/>
              </a:ext>
            </a:extLst>
          </p:cNvPr>
          <p:cNvSpPr>
            <a:spLocks noGrp="1"/>
          </p:cNvSpPr>
          <p:nvPr>
            <p:ph type="title"/>
          </p:nvPr>
        </p:nvSpPr>
        <p:spPr>
          <a:xfrm>
            <a:off x="0" y="-1"/>
            <a:ext cx="12185212" cy="6857999"/>
          </a:xfrm>
        </p:spPr>
        <p:txBody>
          <a:bodyPr>
            <a:normAutofit fontScale="90000"/>
          </a:bodyPr>
          <a:lstStyle/>
          <a:p>
            <a:pPr algn="ctr" rtl="1"/>
            <a:br>
              <a:rPr lang="en-IN" sz="3600" dirty="0"/>
            </a:br>
            <a:r>
              <a:rPr lang="en-IN" sz="4000" dirty="0" err="1"/>
              <a:t>حذف</a:t>
            </a:r>
            <a:r>
              <a:rPr lang="en-IN" sz="4000" dirty="0"/>
              <a:t> </a:t>
            </a:r>
            <a:r>
              <a:rPr lang="en-IN" sz="4000" dirty="0" err="1"/>
              <a:t>داده‌های</a:t>
            </a:r>
            <a:r>
              <a:rPr lang="en-IN" sz="4000" dirty="0"/>
              <a:t> </a:t>
            </a:r>
            <a:r>
              <a:rPr lang="en-IN" sz="4000" dirty="0" err="1"/>
              <a:t>پرت</a:t>
            </a:r>
            <a:r>
              <a:rPr lang="en-IN" sz="4000" dirty="0"/>
              <a:t> </a:t>
            </a:r>
            <a:r>
              <a:rPr lang="en-IN" sz="4000" dirty="0" err="1"/>
              <a:t>در</a:t>
            </a:r>
            <a:r>
              <a:rPr lang="en-IN" sz="4000" dirty="0"/>
              <a:t> </a:t>
            </a:r>
            <a:r>
              <a:rPr lang="en-IN" sz="4000" dirty="0" err="1"/>
              <a:t>مدل‌های</a:t>
            </a:r>
            <a:r>
              <a:rPr lang="en-IN" sz="4000" dirty="0"/>
              <a:t> </a:t>
            </a:r>
            <a:r>
              <a:rPr lang="en-IN" sz="4000" dirty="0" err="1"/>
              <a:t>پیش‌بینی</a:t>
            </a:r>
            <a:r>
              <a:rPr lang="en-IN" sz="4000" dirty="0"/>
              <a:t> </a:t>
            </a:r>
            <a:r>
              <a:rPr lang="en-IN" sz="4000" dirty="0" err="1"/>
              <a:t>سری‌های</a:t>
            </a:r>
            <a:r>
              <a:rPr lang="en-IN" sz="4000" dirty="0"/>
              <a:t> </a:t>
            </a:r>
            <a:r>
              <a:rPr lang="en-IN" sz="4000" dirty="0" err="1"/>
              <a:t>زمانی</a:t>
            </a:r>
            <a:r>
              <a:rPr lang="en-IN" sz="4000" dirty="0"/>
              <a:t> </a:t>
            </a:r>
            <a:r>
              <a:rPr lang="en-IN" sz="4000" dirty="0" err="1"/>
              <a:t>مالی</a:t>
            </a:r>
            <a:br>
              <a:rPr lang="fa-IR" sz="4000" dirty="0"/>
            </a:br>
            <a:br>
              <a:rPr lang="fa-IR" sz="4000" dirty="0"/>
            </a:br>
            <a:br>
              <a:rPr lang="en-IN" sz="4000" dirty="0"/>
            </a:br>
            <a:r>
              <a:rPr lang="en-IN" sz="3100" b="1" dirty="0" err="1"/>
              <a:t>نام</a:t>
            </a:r>
            <a:r>
              <a:rPr lang="en-IN" sz="3100" b="1" dirty="0"/>
              <a:t> </a:t>
            </a:r>
            <a:r>
              <a:rPr lang="en-IN" sz="3100" b="1" dirty="0" err="1"/>
              <a:t>دانشجو</a:t>
            </a:r>
            <a:r>
              <a:rPr lang="en-IN" sz="3100" b="1" dirty="0"/>
              <a:t>:</a:t>
            </a:r>
            <a:br>
              <a:rPr lang="en-IN" sz="3100" dirty="0"/>
            </a:br>
            <a:r>
              <a:rPr lang="en-IN" sz="3100" dirty="0" err="1"/>
              <a:t>سیده</a:t>
            </a:r>
            <a:r>
              <a:rPr lang="en-IN" sz="3100" dirty="0"/>
              <a:t> </a:t>
            </a:r>
            <a:r>
              <a:rPr lang="en-IN" sz="3100" dirty="0" err="1"/>
              <a:t>فاطمه</a:t>
            </a:r>
            <a:r>
              <a:rPr lang="en-IN" sz="3100" dirty="0"/>
              <a:t> </a:t>
            </a:r>
            <a:r>
              <a:rPr lang="en-IN" sz="3100" dirty="0" err="1"/>
              <a:t>حسینی</a:t>
            </a:r>
            <a:r>
              <a:rPr lang="en-IN" sz="3100" dirty="0"/>
              <a:t> </a:t>
            </a:r>
            <a:r>
              <a:rPr lang="en-IN" sz="3100" dirty="0" err="1"/>
              <a:t>نسب</a:t>
            </a:r>
            <a:br>
              <a:rPr lang="fa-IR" sz="3100" dirty="0"/>
            </a:br>
            <a:br>
              <a:rPr lang="en-IN" sz="3100" dirty="0"/>
            </a:br>
            <a:r>
              <a:rPr lang="en-IN" sz="3100" b="1" dirty="0" err="1"/>
              <a:t>نام</a:t>
            </a:r>
            <a:r>
              <a:rPr lang="en-IN" sz="3100" b="1" dirty="0"/>
              <a:t> </a:t>
            </a:r>
            <a:r>
              <a:rPr lang="en-IN" sz="3100" b="1" dirty="0" err="1"/>
              <a:t>استاد</a:t>
            </a:r>
            <a:r>
              <a:rPr lang="en-IN" sz="3100" b="1" dirty="0"/>
              <a:t>:</a:t>
            </a:r>
            <a:br>
              <a:rPr lang="en-IN" sz="3100" dirty="0"/>
            </a:br>
            <a:r>
              <a:rPr lang="en-IN" sz="3100" dirty="0" err="1"/>
              <a:t>استاد</a:t>
            </a:r>
            <a:r>
              <a:rPr lang="en-IN" sz="3100" dirty="0"/>
              <a:t> </a:t>
            </a:r>
            <a:r>
              <a:rPr lang="en-IN" sz="3100" dirty="0" err="1"/>
              <a:t>شایگان</a:t>
            </a:r>
            <a:r>
              <a:rPr lang="en-IN" sz="3100" dirty="0"/>
              <a:t> </a:t>
            </a:r>
            <a:r>
              <a:rPr lang="en-IN" sz="3100" dirty="0" err="1"/>
              <a:t>فرد</a:t>
            </a:r>
            <a:br>
              <a:rPr lang="fa-IR" sz="3100" dirty="0"/>
            </a:br>
            <a:br>
              <a:rPr lang="en-IN" sz="3100" dirty="0"/>
            </a:br>
            <a:r>
              <a:rPr lang="en-IN" sz="3100" b="1" dirty="0" err="1"/>
              <a:t>تاریخ</a:t>
            </a:r>
            <a:r>
              <a:rPr lang="en-IN" sz="3100" b="1" dirty="0"/>
              <a:t>:</a:t>
            </a:r>
            <a:br>
              <a:rPr lang="en-IN" sz="3100" dirty="0"/>
            </a:br>
            <a:r>
              <a:rPr lang="en-IN" sz="3100" dirty="0" err="1"/>
              <a:t>خرداد</a:t>
            </a:r>
            <a:r>
              <a:rPr lang="en-IN" sz="3100" dirty="0"/>
              <a:t> ۱۴۰۵</a:t>
            </a:r>
            <a:br>
              <a:rPr lang="fa-IR" sz="3100" dirty="0"/>
            </a:br>
            <a:br>
              <a:rPr lang="fa-IR" sz="3100" dirty="0"/>
            </a:br>
            <a:endParaRPr lang="en-IN" sz="3100" dirty="0"/>
          </a:p>
        </p:txBody>
      </p:sp>
      <p:sp>
        <p:nvSpPr>
          <p:cNvPr id="7" name="Slide Number Placeholder 6">
            <a:extLst>
              <a:ext uri="{FF2B5EF4-FFF2-40B4-BE49-F238E27FC236}">
                <a16:creationId xmlns:a16="http://schemas.microsoft.com/office/drawing/2014/main" id="{EB79E76C-BD5C-5C0A-4719-29DD86BA9210}"/>
              </a:ext>
            </a:extLst>
          </p:cNvPr>
          <p:cNvSpPr>
            <a:spLocks noGrp="1"/>
          </p:cNvSpPr>
          <p:nvPr>
            <p:ph type="sldNum" sz="quarter" idx="16"/>
          </p:nvPr>
        </p:nvSpPr>
        <p:spPr>
          <a:xfrm>
            <a:off x="10196423" y="5520906"/>
            <a:ext cx="1709375" cy="1096870"/>
          </a:xfrm>
        </p:spPr>
        <p:txBody>
          <a:bodyPr/>
          <a:lstStyle/>
          <a:p>
            <a:fld id="{5E0677F5-4A8A-4BF1-96BE-3BAE8FBAFE2E}" type="slidenum">
              <a:rPr lang="en-US" sz="1800" smtClean="0"/>
              <a:pPr/>
              <a:t>1</a:t>
            </a:fld>
            <a:r>
              <a:rPr lang="en-US" sz="1800" dirty="0"/>
              <a:t>/15</a:t>
            </a:r>
          </a:p>
        </p:txBody>
      </p:sp>
    </p:spTree>
    <p:extLst>
      <p:ext uri="{BB962C8B-B14F-4D97-AF65-F5344CB8AC3E}">
        <p14:creationId xmlns:p14="http://schemas.microsoft.com/office/powerpoint/2010/main" val="36231163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2E15A-2D2A-E2A5-90AA-74F8808B2C39}"/>
              </a:ext>
            </a:extLst>
          </p:cNvPr>
          <p:cNvSpPr>
            <a:spLocks noGrp="1"/>
          </p:cNvSpPr>
          <p:nvPr>
            <p:ph type="title"/>
          </p:nvPr>
        </p:nvSpPr>
        <p:spPr>
          <a:xfrm>
            <a:off x="274319" y="210115"/>
            <a:ext cx="11442399" cy="906462"/>
          </a:xfrm>
        </p:spPr>
        <p:txBody>
          <a:bodyPr>
            <a:normAutofit/>
          </a:bodyPr>
          <a:lstStyle/>
          <a:p>
            <a:pPr algn="r" rtl="1"/>
            <a:r>
              <a:rPr lang="en-IN" sz="3600" b="1" dirty="0" err="1"/>
              <a:t>فهرست</a:t>
            </a:r>
            <a:r>
              <a:rPr lang="en-IN" sz="3600" b="1" dirty="0"/>
              <a:t> </a:t>
            </a:r>
            <a:r>
              <a:rPr lang="en-IN" sz="3600" b="1" dirty="0" err="1"/>
              <a:t>مطالب</a:t>
            </a:r>
            <a:endParaRPr lang="en-IN" sz="3600" dirty="0"/>
          </a:p>
        </p:txBody>
      </p:sp>
      <p:sp>
        <p:nvSpPr>
          <p:cNvPr id="5" name="Slide Number Placeholder 4">
            <a:extLst>
              <a:ext uri="{FF2B5EF4-FFF2-40B4-BE49-F238E27FC236}">
                <a16:creationId xmlns:a16="http://schemas.microsoft.com/office/drawing/2014/main" id="{1A77042E-D6AA-C05C-2BCA-21F310FDA2E1}"/>
              </a:ext>
            </a:extLst>
          </p:cNvPr>
          <p:cNvSpPr>
            <a:spLocks noGrp="1"/>
          </p:cNvSpPr>
          <p:nvPr>
            <p:ph type="sldNum" sz="quarter" idx="12"/>
          </p:nvPr>
        </p:nvSpPr>
        <p:spPr>
          <a:xfrm>
            <a:off x="10644997" y="6090834"/>
            <a:ext cx="1260802" cy="767166"/>
          </a:xfrm>
        </p:spPr>
        <p:txBody>
          <a:bodyPr/>
          <a:lstStyle/>
          <a:p>
            <a:r>
              <a:rPr lang="fa-IR" sz="1800" dirty="0"/>
              <a:t>2/15</a:t>
            </a:r>
            <a:endParaRPr lang="en-US" sz="1800" dirty="0"/>
          </a:p>
        </p:txBody>
      </p:sp>
      <p:pic>
        <p:nvPicPr>
          <p:cNvPr id="8" name="Content Placeholder 7">
            <a:extLst>
              <a:ext uri="{FF2B5EF4-FFF2-40B4-BE49-F238E27FC236}">
                <a16:creationId xmlns:a16="http://schemas.microsoft.com/office/drawing/2014/main" id="{1A2A7AAA-9CD9-C950-C86A-A4B56C1F0259}"/>
              </a:ext>
            </a:extLst>
          </p:cNvPr>
          <p:cNvPicPr>
            <a:picLocks noGrp="1" noChangeAspect="1"/>
          </p:cNvPicPr>
          <p:nvPr>
            <p:ph sz="quarter" idx="4294967295"/>
          </p:nvPr>
        </p:nvPicPr>
        <p:blipFill>
          <a:blip r:embed="rId2">
            <a:extLst>
              <a:ext uri="{28A0092B-C50C-407E-A947-70E740481C1C}">
                <a14:useLocalDpi xmlns:a14="http://schemas.microsoft.com/office/drawing/2010/main" val="0"/>
              </a:ext>
            </a:extLst>
          </a:blip>
          <a:stretch>
            <a:fillRect/>
          </a:stretch>
        </p:blipFill>
        <p:spPr>
          <a:xfrm>
            <a:off x="0" y="5951538"/>
            <a:ext cx="906463" cy="906462"/>
          </a:xfrm>
          <a:prstGeom prst="rect">
            <a:avLst/>
          </a:prstGeom>
        </p:spPr>
      </p:pic>
      <p:sp>
        <p:nvSpPr>
          <p:cNvPr id="11" name="TextBox 10">
            <a:extLst>
              <a:ext uri="{FF2B5EF4-FFF2-40B4-BE49-F238E27FC236}">
                <a16:creationId xmlns:a16="http://schemas.microsoft.com/office/drawing/2014/main" id="{39D54889-7E85-54A1-1986-453D485CD4E5}"/>
              </a:ext>
            </a:extLst>
          </p:cNvPr>
          <p:cNvSpPr txBox="1"/>
          <p:nvPr/>
        </p:nvSpPr>
        <p:spPr>
          <a:xfrm>
            <a:off x="2909807" y="1463213"/>
            <a:ext cx="8390516" cy="5262979"/>
          </a:xfrm>
          <a:prstGeom prst="rect">
            <a:avLst/>
          </a:prstGeom>
          <a:noFill/>
        </p:spPr>
        <p:txBody>
          <a:bodyPr wrap="square">
            <a:spAutoFit/>
          </a:bodyPr>
          <a:lstStyle/>
          <a:p>
            <a:pPr algn="r" rtl="1">
              <a:buNone/>
            </a:pPr>
            <a:r>
              <a:rPr lang="fa-IR" sz="2800" dirty="0"/>
              <a:t>1</a:t>
            </a:r>
            <a:r>
              <a:rPr lang="en-IN" sz="2800" dirty="0"/>
              <a:t>. </a:t>
            </a:r>
            <a:r>
              <a:rPr lang="en-IN" sz="2800" dirty="0" err="1"/>
              <a:t>مقدمه</a:t>
            </a:r>
            <a:r>
              <a:rPr lang="en-IN" sz="2800" dirty="0"/>
              <a:t> و </a:t>
            </a:r>
            <a:r>
              <a:rPr lang="en-IN" sz="2800" dirty="0" err="1"/>
              <a:t>انگیزه</a:t>
            </a:r>
            <a:r>
              <a:rPr lang="en-IN" sz="2800" dirty="0"/>
              <a:t> </a:t>
            </a:r>
            <a:r>
              <a:rPr lang="en-IN" sz="2800" dirty="0" err="1"/>
              <a:t>پژوهش</a:t>
            </a:r>
            <a:br>
              <a:rPr lang="en-IN" sz="2800" dirty="0"/>
            </a:br>
            <a:r>
              <a:rPr lang="fa-IR" sz="2800" dirty="0"/>
              <a:t>2</a:t>
            </a:r>
            <a:r>
              <a:rPr lang="en-IN" sz="2800" dirty="0"/>
              <a:t>. </a:t>
            </a:r>
            <a:r>
              <a:rPr lang="en-IN" sz="2800" dirty="0" err="1"/>
              <a:t>داده</a:t>
            </a:r>
            <a:r>
              <a:rPr lang="en-IN" sz="2800" dirty="0"/>
              <a:t> </a:t>
            </a:r>
            <a:r>
              <a:rPr lang="en-IN" sz="2800" dirty="0" err="1"/>
              <a:t>پرت</a:t>
            </a:r>
            <a:r>
              <a:rPr lang="en-IN" sz="2800" dirty="0"/>
              <a:t> </a:t>
            </a:r>
            <a:r>
              <a:rPr lang="en-IN" sz="2800" dirty="0" err="1"/>
              <a:t>چیست</a:t>
            </a:r>
            <a:r>
              <a:rPr lang="en-IN" sz="2800" dirty="0"/>
              <a:t> و </a:t>
            </a:r>
            <a:r>
              <a:rPr lang="en-IN" sz="2800" dirty="0" err="1"/>
              <a:t>چرا</a:t>
            </a:r>
            <a:r>
              <a:rPr lang="en-IN" sz="2800" dirty="0"/>
              <a:t> </a:t>
            </a:r>
            <a:r>
              <a:rPr lang="en-IN" sz="2800" dirty="0" err="1"/>
              <a:t>مهم</a:t>
            </a:r>
            <a:r>
              <a:rPr lang="en-IN" sz="2800" dirty="0"/>
              <a:t> </a:t>
            </a:r>
            <a:r>
              <a:rPr lang="en-IN" sz="2800" dirty="0" err="1"/>
              <a:t>است</a:t>
            </a:r>
            <a:r>
              <a:rPr lang="en-IN" sz="2800" dirty="0"/>
              <a:t>؟</a:t>
            </a:r>
            <a:br>
              <a:rPr lang="en-IN" sz="2800" dirty="0"/>
            </a:br>
            <a:r>
              <a:rPr lang="fa-IR" sz="2800" dirty="0"/>
              <a:t>3</a:t>
            </a:r>
            <a:r>
              <a:rPr lang="en-IN" sz="2800" dirty="0"/>
              <a:t>. </a:t>
            </a:r>
            <a:r>
              <a:rPr lang="en-IN" sz="2800" dirty="0" err="1"/>
              <a:t>پرسش</a:t>
            </a:r>
            <a:r>
              <a:rPr lang="en-IN" sz="2800" dirty="0"/>
              <a:t> و </a:t>
            </a:r>
            <a:r>
              <a:rPr lang="en-IN" sz="2800" dirty="0" err="1"/>
              <a:t>فرضیه</a:t>
            </a:r>
            <a:r>
              <a:rPr lang="en-IN" sz="2800" dirty="0"/>
              <a:t> </a:t>
            </a:r>
            <a:r>
              <a:rPr lang="en-IN" sz="2800" dirty="0" err="1"/>
              <a:t>تحقیق</a:t>
            </a:r>
            <a:br>
              <a:rPr lang="en-IN" sz="2800" dirty="0"/>
            </a:br>
            <a:r>
              <a:rPr lang="fa-IR" sz="2800" dirty="0"/>
              <a:t>4</a:t>
            </a:r>
            <a:r>
              <a:rPr lang="en-IN" sz="2800" dirty="0"/>
              <a:t>. </a:t>
            </a:r>
            <a:r>
              <a:rPr lang="en-IN" sz="2800" dirty="0" err="1"/>
              <a:t>روش‌شناسی</a:t>
            </a:r>
            <a:r>
              <a:rPr lang="en-IN" sz="2800" dirty="0"/>
              <a:t>: </a:t>
            </a:r>
            <a:r>
              <a:rPr lang="en-IN" sz="2800" dirty="0" err="1"/>
              <a:t>جمع‌آوری</a:t>
            </a:r>
            <a:r>
              <a:rPr lang="en-IN" sz="2800" dirty="0"/>
              <a:t> </a:t>
            </a:r>
            <a:r>
              <a:rPr lang="en-IN" sz="2800" dirty="0" err="1"/>
              <a:t>داده</a:t>
            </a:r>
            <a:r>
              <a:rPr lang="en-IN" sz="2800" dirty="0"/>
              <a:t> و </a:t>
            </a:r>
            <a:r>
              <a:rPr lang="en-IN" sz="2800" dirty="0" err="1"/>
              <a:t>تشخیص</a:t>
            </a:r>
            <a:r>
              <a:rPr lang="en-IN" sz="2800" dirty="0"/>
              <a:t> </a:t>
            </a:r>
            <a:r>
              <a:rPr lang="en-IN" sz="2800" dirty="0" err="1"/>
              <a:t>ناهنجاری</a:t>
            </a:r>
            <a:br>
              <a:rPr lang="en-IN" sz="2800" dirty="0"/>
            </a:br>
            <a:r>
              <a:rPr lang="fa-IR" sz="2800" dirty="0"/>
              <a:t>5</a:t>
            </a:r>
            <a:r>
              <a:rPr lang="en-IN" sz="2800" dirty="0"/>
              <a:t>. </a:t>
            </a:r>
            <a:r>
              <a:rPr lang="en-IN" sz="2800" dirty="0" err="1"/>
              <a:t>مدل‌های</a:t>
            </a:r>
            <a:r>
              <a:rPr lang="en-IN" sz="2800" dirty="0"/>
              <a:t> </a:t>
            </a:r>
            <a:r>
              <a:rPr lang="en-IN" sz="2800" dirty="0" err="1"/>
              <a:t>پیش‌بینی</a:t>
            </a:r>
            <a:r>
              <a:rPr lang="en-IN" sz="2800" dirty="0"/>
              <a:t> </a:t>
            </a:r>
            <a:r>
              <a:rPr lang="en-IN" sz="2800" dirty="0" err="1"/>
              <a:t>استفاده‌شده</a:t>
            </a:r>
            <a:br>
              <a:rPr lang="en-IN" sz="2800" dirty="0"/>
            </a:br>
            <a:r>
              <a:rPr lang="fa-IR" sz="2800" dirty="0"/>
              <a:t>6</a:t>
            </a:r>
            <a:r>
              <a:rPr lang="en-IN" sz="2800" dirty="0"/>
              <a:t>. </a:t>
            </a:r>
            <a:r>
              <a:rPr lang="en-IN" sz="2800" dirty="0" err="1"/>
              <a:t>طراحی</a:t>
            </a:r>
            <a:r>
              <a:rPr lang="en-IN" sz="2800" dirty="0"/>
              <a:t> </a:t>
            </a:r>
            <a:r>
              <a:rPr lang="en-IN" sz="2800" dirty="0" err="1"/>
              <a:t>آزمایش</a:t>
            </a:r>
            <a:r>
              <a:rPr lang="en-IN" sz="2800" dirty="0"/>
              <a:t> )</a:t>
            </a:r>
            <a:r>
              <a:rPr lang="en-IN" sz="2800" dirty="0" err="1"/>
              <a:t>داده</a:t>
            </a:r>
            <a:r>
              <a:rPr lang="en-IN" sz="2800" dirty="0"/>
              <a:t> </a:t>
            </a:r>
            <a:r>
              <a:rPr lang="en-IN" sz="2800" dirty="0" err="1"/>
              <a:t>کثیف</a:t>
            </a:r>
            <a:r>
              <a:rPr lang="en-IN" sz="2800" dirty="0"/>
              <a:t> </a:t>
            </a:r>
            <a:r>
              <a:rPr lang="en-IN" sz="2800" dirty="0" err="1"/>
              <a:t>در</a:t>
            </a:r>
            <a:r>
              <a:rPr lang="en-IN" sz="2800" dirty="0"/>
              <a:t> </a:t>
            </a:r>
            <a:r>
              <a:rPr lang="en-IN" sz="2800" dirty="0" err="1"/>
              <a:t>برابر</a:t>
            </a:r>
            <a:r>
              <a:rPr lang="en-IN" sz="2800" dirty="0"/>
              <a:t> </a:t>
            </a:r>
            <a:r>
              <a:rPr lang="en-IN" sz="2800" dirty="0" err="1"/>
              <a:t>داده</a:t>
            </a:r>
            <a:r>
              <a:rPr lang="en-IN" sz="2800" dirty="0"/>
              <a:t> </a:t>
            </a:r>
            <a:r>
              <a:rPr lang="en-IN" sz="2800" dirty="0" err="1"/>
              <a:t>تمیز</a:t>
            </a:r>
            <a:r>
              <a:rPr lang="en-IN" sz="2800"/>
              <a:t>(</a:t>
            </a:r>
            <a:br>
              <a:rPr lang="en-IN" sz="2800" dirty="0"/>
            </a:br>
            <a:r>
              <a:rPr lang="fa-IR" sz="2800" dirty="0"/>
              <a:t>7</a:t>
            </a:r>
            <a:r>
              <a:rPr lang="en-IN" sz="2800" dirty="0"/>
              <a:t>. </a:t>
            </a:r>
            <a:r>
              <a:rPr lang="en-IN" sz="2800" dirty="0" err="1"/>
              <a:t>نتایج</a:t>
            </a:r>
            <a:r>
              <a:rPr lang="en-IN" sz="2800" dirty="0"/>
              <a:t>: </a:t>
            </a:r>
            <a:r>
              <a:rPr lang="en-IN" sz="2800" dirty="0" err="1"/>
              <a:t>مقایسه</a:t>
            </a:r>
            <a:r>
              <a:rPr lang="en-IN" sz="2800" dirty="0"/>
              <a:t> </a:t>
            </a:r>
            <a:r>
              <a:rPr lang="en-IN" sz="2800" dirty="0" err="1"/>
              <a:t>خطای</a:t>
            </a:r>
            <a:r>
              <a:rPr lang="en-IN" sz="2800" dirty="0"/>
              <a:t> </a:t>
            </a:r>
            <a:r>
              <a:rPr lang="en-IN" sz="2800" dirty="0" err="1"/>
              <a:t>مدل‌ها</a:t>
            </a:r>
            <a:br>
              <a:rPr lang="en-IN" sz="2800" dirty="0"/>
            </a:br>
            <a:r>
              <a:rPr lang="fa-IR" sz="2800" dirty="0"/>
              <a:t>8</a:t>
            </a:r>
            <a:r>
              <a:rPr lang="en-IN" sz="2800" dirty="0"/>
              <a:t>. </a:t>
            </a:r>
            <a:r>
              <a:rPr lang="en-IN" sz="2800" dirty="0" err="1"/>
              <a:t>تحلیل</a:t>
            </a:r>
            <a:r>
              <a:rPr lang="en-IN" sz="2800" dirty="0"/>
              <a:t> و </a:t>
            </a:r>
            <a:r>
              <a:rPr lang="en-IN" sz="2800" dirty="0" err="1"/>
              <a:t>تفسیر</a:t>
            </a:r>
            <a:br>
              <a:rPr lang="en-IN" sz="2800" dirty="0"/>
            </a:br>
            <a:r>
              <a:rPr lang="fa-IR" sz="2800" dirty="0"/>
              <a:t>9</a:t>
            </a:r>
            <a:r>
              <a:rPr lang="en-IN" sz="2800" dirty="0"/>
              <a:t>. </a:t>
            </a:r>
            <a:r>
              <a:rPr lang="en-IN" sz="2800" dirty="0" err="1"/>
              <a:t>جمع‌بندی</a:t>
            </a:r>
            <a:r>
              <a:rPr lang="en-IN" sz="2800" dirty="0"/>
              <a:t> و </a:t>
            </a:r>
            <a:r>
              <a:rPr lang="en-IN" sz="2800" dirty="0" err="1"/>
              <a:t>مسیر</a:t>
            </a:r>
            <a:r>
              <a:rPr lang="en-IN" sz="2800" dirty="0"/>
              <a:t> </a:t>
            </a:r>
            <a:r>
              <a:rPr lang="en-IN" sz="2800" dirty="0" err="1"/>
              <a:t>آینده</a:t>
            </a:r>
            <a:br>
              <a:rPr lang="en-IN" sz="2800" dirty="0"/>
            </a:br>
            <a:r>
              <a:rPr lang="fa-IR" sz="2800" dirty="0"/>
              <a:t>10</a:t>
            </a:r>
            <a:r>
              <a:rPr lang="en-IN" sz="2800" dirty="0"/>
              <a:t>. </a:t>
            </a:r>
            <a:r>
              <a:rPr lang="en-IN" sz="2800" dirty="0" err="1"/>
              <a:t>منابع</a:t>
            </a:r>
            <a:endParaRPr lang="en-IN" sz="2800" dirty="0"/>
          </a:p>
          <a:p>
            <a:pPr>
              <a:buNone/>
            </a:pPr>
            <a:br>
              <a:rPr lang="en-IN" sz="2800" dirty="0"/>
            </a:br>
            <a:endParaRPr lang="en-IN" sz="2800" dirty="0"/>
          </a:p>
        </p:txBody>
      </p:sp>
    </p:spTree>
    <p:extLst>
      <p:ext uri="{BB962C8B-B14F-4D97-AF65-F5344CB8AC3E}">
        <p14:creationId xmlns:p14="http://schemas.microsoft.com/office/powerpoint/2010/main" val="704367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16BDA1-8171-376A-DF8B-E03816B22DED}"/>
              </a:ext>
            </a:extLst>
          </p:cNvPr>
          <p:cNvSpPr>
            <a:spLocks noGrp="1"/>
          </p:cNvSpPr>
          <p:nvPr>
            <p:ph type="title"/>
          </p:nvPr>
        </p:nvSpPr>
        <p:spPr>
          <a:xfrm>
            <a:off x="274319" y="78882"/>
            <a:ext cx="11783361" cy="6926352"/>
          </a:xfrm>
        </p:spPr>
        <p:txBody>
          <a:bodyPr>
            <a:normAutofit fontScale="90000"/>
          </a:bodyPr>
          <a:lstStyle/>
          <a:p>
            <a:pPr algn="r" rtl="1"/>
            <a:br>
              <a:rPr lang="en-IN" dirty="0"/>
            </a:br>
            <a:r>
              <a:rPr lang="en-IN" sz="2700" dirty="0" err="1"/>
              <a:t>مشکل</a:t>
            </a:r>
            <a:r>
              <a:rPr lang="en-IN" sz="2700" dirty="0"/>
              <a:t> </a:t>
            </a:r>
            <a:r>
              <a:rPr lang="en-IN" sz="2700" dirty="0" err="1"/>
              <a:t>از</a:t>
            </a:r>
            <a:r>
              <a:rPr lang="en-IN" sz="2700" dirty="0"/>
              <a:t> </a:t>
            </a:r>
            <a:r>
              <a:rPr lang="en-IN" sz="2700" dirty="0" err="1"/>
              <a:t>مدل</a:t>
            </a:r>
            <a:r>
              <a:rPr lang="en-IN" sz="2700" dirty="0"/>
              <a:t> </a:t>
            </a:r>
            <a:r>
              <a:rPr lang="en-IN" sz="2700" dirty="0" err="1"/>
              <a:t>ما</a:t>
            </a:r>
            <a:r>
              <a:rPr lang="en-IN" sz="2700" dirty="0"/>
              <a:t> </a:t>
            </a:r>
            <a:r>
              <a:rPr lang="en-IN" sz="2700" dirty="0" err="1"/>
              <a:t>نیست</a:t>
            </a:r>
            <a:r>
              <a:rPr lang="fa-IR" sz="2700" dirty="0"/>
              <a:t>.</a:t>
            </a:r>
            <a:r>
              <a:rPr lang="en-IN" sz="2700" dirty="0"/>
              <a:t> </a:t>
            </a:r>
            <a:r>
              <a:rPr lang="en-IN" sz="2700" dirty="0" err="1"/>
              <a:t>مشکل</a:t>
            </a:r>
            <a:r>
              <a:rPr lang="en-IN" sz="2700" dirty="0"/>
              <a:t> </a:t>
            </a:r>
            <a:r>
              <a:rPr lang="en-IN" sz="2700" dirty="0" err="1"/>
              <a:t>از</a:t>
            </a:r>
            <a:r>
              <a:rPr lang="en-IN" sz="2700" dirty="0"/>
              <a:t> </a:t>
            </a:r>
            <a:r>
              <a:rPr lang="en-IN" sz="2700" dirty="0" err="1"/>
              <a:t>داده‌های</a:t>
            </a:r>
            <a:r>
              <a:rPr lang="en-IN" sz="2700" dirty="0"/>
              <a:t> </a:t>
            </a:r>
            <a:r>
              <a:rPr lang="en-IN" sz="2700" dirty="0" err="1"/>
              <a:t>ماست</a:t>
            </a:r>
            <a:r>
              <a:rPr lang="fa-IR" sz="2700" dirty="0"/>
              <a:t>.</a:t>
            </a:r>
            <a:br>
              <a:rPr lang="fa-IR" sz="2700" dirty="0"/>
            </a:br>
            <a:br>
              <a:rPr lang="en-IN" sz="2700" dirty="0"/>
            </a:br>
            <a:r>
              <a:rPr lang="fa-IR" sz="2700" dirty="0"/>
              <a:t>1)</a:t>
            </a:r>
            <a:r>
              <a:rPr lang="en-IN" sz="2700" dirty="0" err="1"/>
              <a:t>همه</a:t>
            </a:r>
            <a:r>
              <a:rPr lang="en-IN" sz="2700" dirty="0"/>
              <a:t> </a:t>
            </a:r>
            <a:r>
              <a:rPr lang="en-IN" sz="2700" dirty="0" err="1"/>
              <a:t>ما</a:t>
            </a:r>
            <a:r>
              <a:rPr lang="en-IN" sz="2700" dirty="0"/>
              <a:t> </a:t>
            </a:r>
            <a:r>
              <a:rPr lang="en-IN" sz="2700" dirty="0" err="1"/>
              <a:t>در</a:t>
            </a:r>
            <a:r>
              <a:rPr lang="en-IN" sz="2700" dirty="0"/>
              <a:t> </a:t>
            </a:r>
            <a:r>
              <a:rPr lang="en-IN" sz="2700" dirty="0" err="1"/>
              <a:t>بازارهای</a:t>
            </a:r>
            <a:r>
              <a:rPr lang="en-IN" sz="2700" dirty="0"/>
              <a:t> </a:t>
            </a:r>
            <a:r>
              <a:rPr lang="en-IN" sz="2700" dirty="0" err="1"/>
              <a:t>مالی</a:t>
            </a:r>
            <a:r>
              <a:rPr lang="en-IN" sz="2700" dirty="0"/>
              <a:t> </a:t>
            </a:r>
            <a:r>
              <a:rPr lang="en-IN" sz="2700" dirty="0" err="1"/>
              <a:t>به</a:t>
            </a:r>
            <a:r>
              <a:rPr lang="en-IN" sz="2700" dirty="0"/>
              <a:t> </a:t>
            </a:r>
            <a:r>
              <a:rPr lang="en-IN" sz="2700" dirty="0" err="1"/>
              <a:t>دنبال</a:t>
            </a:r>
            <a:r>
              <a:rPr lang="en-IN" sz="2700" dirty="0"/>
              <a:t> </a:t>
            </a:r>
            <a:r>
              <a:rPr lang="en-IN" sz="2700" dirty="0" err="1"/>
              <a:t>پیش‌بینی</a:t>
            </a:r>
            <a:r>
              <a:rPr lang="en-IN" sz="2700" dirty="0"/>
              <a:t> </a:t>
            </a:r>
            <a:r>
              <a:rPr lang="en-IN" sz="2700" dirty="0" err="1"/>
              <a:t>آینده</a:t>
            </a:r>
            <a:r>
              <a:rPr lang="en-IN" sz="2700" dirty="0"/>
              <a:t> </a:t>
            </a:r>
            <a:r>
              <a:rPr lang="en-IN" sz="2700" dirty="0" err="1"/>
              <a:t>هستیم</a:t>
            </a:r>
            <a:r>
              <a:rPr lang="fa-IR" sz="2700" dirty="0"/>
              <a:t>.</a:t>
            </a:r>
            <a:br>
              <a:rPr lang="fa-IR" sz="2700" dirty="0"/>
            </a:br>
            <a:br>
              <a:rPr lang="en-IN" sz="2700" dirty="0"/>
            </a:br>
            <a:r>
              <a:rPr lang="fa-IR" sz="2700" dirty="0"/>
              <a:t>2)</a:t>
            </a:r>
            <a:r>
              <a:rPr lang="en-IN" sz="2700" dirty="0" err="1"/>
              <a:t>هرگاه</a:t>
            </a:r>
            <a:r>
              <a:rPr lang="en-IN" sz="2700" dirty="0"/>
              <a:t> </a:t>
            </a:r>
            <a:r>
              <a:rPr lang="en-IN" sz="2700" dirty="0" err="1"/>
              <a:t>پیش‌بینی</a:t>
            </a:r>
            <a:r>
              <a:rPr lang="en-IN" sz="2700" dirty="0"/>
              <a:t> </a:t>
            </a:r>
            <a:r>
              <a:rPr lang="en-IN" sz="2700" dirty="0" err="1"/>
              <a:t>اشتباه</a:t>
            </a:r>
            <a:r>
              <a:rPr lang="en-IN" sz="2700" dirty="0"/>
              <a:t> </a:t>
            </a:r>
            <a:r>
              <a:rPr lang="en-IN" sz="2700" dirty="0" err="1"/>
              <a:t>می‌شود</a:t>
            </a:r>
            <a:r>
              <a:rPr lang="en-IN" sz="2700" dirty="0"/>
              <a:t>، </a:t>
            </a:r>
            <a:r>
              <a:rPr lang="en-IN" sz="2700" dirty="0" err="1"/>
              <a:t>اولین</a:t>
            </a:r>
            <a:r>
              <a:rPr lang="en-IN" sz="2700" dirty="0"/>
              <a:t> </a:t>
            </a:r>
            <a:r>
              <a:rPr lang="en-IN" sz="2700" dirty="0" err="1"/>
              <a:t>واکنش</a:t>
            </a:r>
            <a:r>
              <a:rPr lang="fa-IR" sz="2700" dirty="0"/>
              <a:t>(</a:t>
            </a:r>
            <a:r>
              <a:rPr lang="en-IN" sz="2700" dirty="0" err="1"/>
              <a:t>مدل</a:t>
            </a:r>
            <a:r>
              <a:rPr lang="en-IN" sz="2700" dirty="0"/>
              <a:t> </a:t>
            </a:r>
            <a:r>
              <a:rPr lang="en-IN" sz="2700" dirty="0" err="1"/>
              <a:t>قوی‌تری</a:t>
            </a:r>
            <a:r>
              <a:rPr lang="en-IN" sz="2700" dirty="0"/>
              <a:t> </a:t>
            </a:r>
            <a:r>
              <a:rPr lang="en-IN" sz="2700" dirty="0" err="1"/>
              <a:t>می‌خواه</a:t>
            </a:r>
            <a:r>
              <a:rPr lang="fa-IR" sz="2700" dirty="0"/>
              <a:t>م !)</a:t>
            </a:r>
            <a:br>
              <a:rPr lang="fa-IR" sz="2700" dirty="0"/>
            </a:br>
            <a:br>
              <a:rPr lang="fa-IR" sz="2700" dirty="0"/>
            </a:br>
            <a:br>
              <a:rPr lang="en-CA" sz="2700" dirty="0"/>
            </a:br>
            <a:br>
              <a:rPr lang="en-CA" sz="2700" dirty="0"/>
            </a:br>
            <a:br>
              <a:rPr lang="en-CA" sz="2700" dirty="0"/>
            </a:br>
            <a:br>
              <a:rPr lang="en-CA" sz="2700" dirty="0"/>
            </a:br>
            <a:br>
              <a:rPr lang="en-CA" sz="2700" dirty="0"/>
            </a:br>
            <a:br>
              <a:rPr lang="fa-IR" sz="2700" dirty="0"/>
            </a:br>
            <a:br>
              <a:rPr lang="fa-IR" sz="2700" dirty="0"/>
            </a:br>
            <a:br>
              <a:rPr lang="fa-IR" sz="2700" dirty="0"/>
            </a:br>
            <a:br>
              <a:rPr lang="en-IN" sz="2700" dirty="0"/>
            </a:br>
            <a:br>
              <a:rPr lang="fa-IR" sz="2700" dirty="0"/>
            </a:br>
            <a:br>
              <a:rPr lang="fa-IR" sz="2700" dirty="0"/>
            </a:br>
            <a:br>
              <a:rPr lang="fa-IR" sz="2700" dirty="0"/>
            </a:br>
            <a:r>
              <a:rPr lang="en-IN" sz="2700" dirty="0" err="1"/>
              <a:t>این</a:t>
            </a:r>
            <a:r>
              <a:rPr lang="en-IN" sz="2700" dirty="0"/>
              <a:t> </a:t>
            </a:r>
            <a:r>
              <a:rPr lang="en-IN" sz="2700" dirty="0" err="1"/>
              <a:t>پژوهش</a:t>
            </a:r>
            <a:r>
              <a:rPr lang="en-IN" sz="2700" dirty="0"/>
              <a:t> </a:t>
            </a:r>
            <a:r>
              <a:rPr lang="en-IN" sz="2700" dirty="0" err="1"/>
              <a:t>نشان</a:t>
            </a:r>
            <a:r>
              <a:rPr lang="en-IN" sz="2700" dirty="0"/>
              <a:t> </a:t>
            </a:r>
            <a:r>
              <a:rPr lang="en-IN" sz="2700" dirty="0" err="1"/>
              <a:t>می‌دهد</a:t>
            </a:r>
            <a:r>
              <a:rPr lang="en-IN" sz="2700" dirty="0"/>
              <a:t> </a:t>
            </a:r>
            <a:r>
              <a:rPr lang="en-IN" sz="2700" dirty="0" err="1"/>
              <a:t>که</a:t>
            </a:r>
            <a:r>
              <a:rPr lang="en-IN" sz="2700" dirty="0"/>
              <a:t> </a:t>
            </a:r>
            <a:r>
              <a:rPr lang="en-IN" sz="2700" dirty="0" err="1"/>
              <a:t>گاهی</a:t>
            </a:r>
            <a:r>
              <a:rPr lang="en-IN" sz="2700" dirty="0"/>
              <a:t> </a:t>
            </a:r>
            <a:r>
              <a:rPr lang="en-IN" sz="2700" dirty="0" err="1"/>
              <a:t>یک</a:t>
            </a:r>
            <a:r>
              <a:rPr lang="en-IN" sz="2700" dirty="0"/>
              <a:t> </a:t>
            </a:r>
            <a:r>
              <a:rPr lang="en-IN" sz="2700" dirty="0" err="1"/>
              <a:t>پاک‌سازی</a:t>
            </a:r>
            <a:r>
              <a:rPr lang="en-IN" sz="2700" dirty="0"/>
              <a:t> </a:t>
            </a:r>
            <a:r>
              <a:rPr lang="en-IN" sz="2700" dirty="0" err="1"/>
              <a:t>ساده</a:t>
            </a:r>
            <a:r>
              <a:rPr lang="en-IN" sz="2700" dirty="0"/>
              <a:t>، </a:t>
            </a:r>
            <a:r>
              <a:rPr lang="en-IN" sz="2700" dirty="0" err="1"/>
              <a:t>بهتر</a:t>
            </a:r>
            <a:r>
              <a:rPr lang="en-IN" sz="2700" dirty="0"/>
              <a:t> </a:t>
            </a:r>
            <a:r>
              <a:rPr lang="en-IN" sz="2700" dirty="0" err="1"/>
              <a:t>از</a:t>
            </a:r>
            <a:r>
              <a:rPr lang="en-IN" sz="2700" dirty="0"/>
              <a:t> </a:t>
            </a:r>
            <a:r>
              <a:rPr lang="en-IN" sz="2700" dirty="0" err="1"/>
              <a:t>پیچیده‌ترین</a:t>
            </a:r>
            <a:r>
              <a:rPr lang="en-IN" sz="2700" dirty="0"/>
              <a:t> </a:t>
            </a:r>
            <a:r>
              <a:rPr lang="en-IN" sz="2700" dirty="0" err="1"/>
              <a:t>مدل‌ها</a:t>
            </a:r>
            <a:r>
              <a:rPr lang="en-IN" sz="2700" dirty="0"/>
              <a:t> </a:t>
            </a:r>
            <a:r>
              <a:rPr lang="en-IN" sz="2700" dirty="0" err="1"/>
              <a:t>عمل</a:t>
            </a:r>
            <a:r>
              <a:rPr lang="en-IN" sz="2700" dirty="0"/>
              <a:t> </a:t>
            </a:r>
            <a:r>
              <a:rPr lang="en-IN" sz="2700" dirty="0" err="1"/>
              <a:t>می‌کند</a:t>
            </a:r>
            <a:r>
              <a:rPr lang="en-IN" sz="2700" dirty="0"/>
              <a:t>.</a:t>
            </a:r>
            <a:br>
              <a:rPr lang="en-IN" sz="3200" dirty="0"/>
            </a:br>
            <a:br>
              <a:rPr lang="fa-IR" sz="3200" dirty="0"/>
            </a:br>
            <a:endParaRPr lang="en-IN" sz="3200" dirty="0"/>
          </a:p>
        </p:txBody>
      </p:sp>
      <p:sp>
        <p:nvSpPr>
          <p:cNvPr id="7" name="TextBox 6">
            <a:extLst>
              <a:ext uri="{FF2B5EF4-FFF2-40B4-BE49-F238E27FC236}">
                <a16:creationId xmlns:a16="http://schemas.microsoft.com/office/drawing/2014/main" id="{F834C440-9602-B113-F5CF-70D2AC485A20}"/>
              </a:ext>
            </a:extLst>
          </p:cNvPr>
          <p:cNvSpPr txBox="1"/>
          <p:nvPr/>
        </p:nvSpPr>
        <p:spPr>
          <a:xfrm flipH="1">
            <a:off x="11240388" y="6409787"/>
            <a:ext cx="1397948" cy="369332"/>
          </a:xfrm>
          <a:prstGeom prst="rect">
            <a:avLst/>
          </a:prstGeom>
          <a:noFill/>
        </p:spPr>
        <p:txBody>
          <a:bodyPr wrap="square">
            <a:spAutoFit/>
          </a:bodyPr>
          <a:lstStyle/>
          <a:p>
            <a:r>
              <a:rPr lang="fa-IR" sz="1800" dirty="0"/>
              <a:t>3/15</a:t>
            </a:r>
            <a:endParaRPr lang="en-IN" dirty="0"/>
          </a:p>
        </p:txBody>
      </p:sp>
      <p:pic>
        <p:nvPicPr>
          <p:cNvPr id="9" name="Picture 8">
            <a:extLst>
              <a:ext uri="{FF2B5EF4-FFF2-40B4-BE49-F238E27FC236}">
                <a16:creationId xmlns:a16="http://schemas.microsoft.com/office/drawing/2014/main" id="{A6165187-E125-0E92-7A6B-249C83BB4E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pic>
        <p:nvPicPr>
          <p:cNvPr id="11" name="Picture 10">
            <a:extLst>
              <a:ext uri="{FF2B5EF4-FFF2-40B4-BE49-F238E27FC236}">
                <a16:creationId xmlns:a16="http://schemas.microsoft.com/office/drawing/2014/main" id="{50859362-216F-524B-1C51-F56143C82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321" y="2084790"/>
            <a:ext cx="5646546" cy="3231218"/>
          </a:xfrm>
          <a:prstGeom prst="rect">
            <a:avLst/>
          </a:prstGeom>
        </p:spPr>
      </p:pic>
      <p:pic>
        <p:nvPicPr>
          <p:cNvPr id="16" name="Picture 15">
            <a:extLst>
              <a:ext uri="{FF2B5EF4-FFF2-40B4-BE49-F238E27FC236}">
                <a16:creationId xmlns:a16="http://schemas.microsoft.com/office/drawing/2014/main" id="{8F319B46-74BC-39DB-7ED4-F593A200EA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80868" y="2084789"/>
            <a:ext cx="6276811" cy="3231219"/>
          </a:xfrm>
          <a:prstGeom prst="rect">
            <a:avLst/>
          </a:prstGeom>
        </p:spPr>
      </p:pic>
    </p:spTree>
    <p:extLst>
      <p:ext uri="{BB962C8B-B14F-4D97-AF65-F5344CB8AC3E}">
        <p14:creationId xmlns:p14="http://schemas.microsoft.com/office/powerpoint/2010/main" val="3180380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5ED84-8A84-22B4-1E2C-8BAE58A92D18}"/>
              </a:ext>
            </a:extLst>
          </p:cNvPr>
          <p:cNvSpPr>
            <a:spLocks noGrp="1"/>
          </p:cNvSpPr>
          <p:nvPr>
            <p:ph type="title"/>
          </p:nvPr>
        </p:nvSpPr>
        <p:spPr>
          <a:xfrm>
            <a:off x="274320" y="210114"/>
            <a:ext cx="11085938" cy="6384339"/>
          </a:xfrm>
        </p:spPr>
        <p:txBody>
          <a:bodyPr>
            <a:normAutofit/>
          </a:bodyPr>
          <a:lstStyle/>
          <a:p>
            <a:pPr algn="r" rtl="1"/>
            <a:r>
              <a:rPr lang="en-IN" sz="3600" b="1" dirty="0" err="1"/>
              <a:t>داده</a:t>
            </a:r>
            <a:r>
              <a:rPr lang="en-IN" sz="3600" b="1" dirty="0"/>
              <a:t> </a:t>
            </a:r>
            <a:r>
              <a:rPr lang="en-IN" sz="3600" b="1" dirty="0" err="1"/>
              <a:t>پرت</a:t>
            </a:r>
            <a:r>
              <a:rPr lang="fa-IR" sz="3600" b="1" dirty="0"/>
              <a:t>،یادگیری ماشین ، سری زمانی</a:t>
            </a:r>
            <a:r>
              <a:rPr lang="en-IN" sz="3600" b="1" dirty="0"/>
              <a:t> </a:t>
            </a:r>
            <a:r>
              <a:rPr lang="en-IN" sz="3600" b="1" dirty="0" err="1"/>
              <a:t>چیست</a:t>
            </a:r>
            <a:r>
              <a:rPr lang="en-IN" sz="3600" b="1" dirty="0"/>
              <a:t>؟</a:t>
            </a:r>
            <a:br>
              <a:rPr lang="fa-IR" sz="2800" b="1" dirty="0"/>
            </a:br>
            <a:br>
              <a:rPr lang="fa-IR" sz="2800" b="1" dirty="0"/>
            </a:br>
            <a:br>
              <a:rPr lang="fa-IR" sz="2800" b="1" dirty="0"/>
            </a:br>
            <a:br>
              <a:rPr lang="fa-IR" sz="2800" b="1" dirty="0"/>
            </a:br>
            <a:r>
              <a:rPr lang="fa-IR" sz="2800" b="1" dirty="0"/>
              <a:t>یادگیری ماشین:</a:t>
            </a:r>
            <a:br>
              <a:rPr lang="fa-IR" sz="2800" b="1" dirty="0"/>
            </a:br>
            <a:br>
              <a:rPr lang="fa-IR" sz="2800" b="1" dirty="0"/>
            </a:br>
            <a:br>
              <a:rPr lang="fa-IR" sz="2800" b="1" dirty="0"/>
            </a:br>
            <a:br>
              <a:rPr lang="fa-IR" sz="2800" b="1" dirty="0"/>
            </a:br>
            <a:br>
              <a:rPr lang="fa-IR" sz="2800" b="1" dirty="0"/>
            </a:br>
            <a:r>
              <a:rPr lang="fa-IR" sz="2800" b="1" dirty="0"/>
              <a:t>سری زمانی:</a:t>
            </a:r>
            <a:br>
              <a:rPr lang="fa-IR" sz="2800" b="1" dirty="0"/>
            </a:br>
            <a:br>
              <a:rPr lang="fa-IR" sz="2800" b="1" dirty="0"/>
            </a:br>
            <a:br>
              <a:rPr lang="fa-IR" sz="2800" b="1" dirty="0"/>
            </a:br>
            <a:br>
              <a:rPr lang="fa-IR" sz="2800" b="1" dirty="0"/>
            </a:br>
            <a:br>
              <a:rPr lang="fa-IR" sz="2800" b="1" dirty="0"/>
            </a:br>
            <a:br>
              <a:rPr lang="fa-IR" sz="2800" b="1" dirty="0"/>
            </a:br>
            <a:r>
              <a:rPr lang="fa-IR" sz="2800" b="1" dirty="0"/>
              <a:t>داده پرت:</a:t>
            </a:r>
            <a:br>
              <a:rPr lang="en-IN" sz="2800" b="1" dirty="0"/>
            </a:br>
            <a:endParaRPr lang="en-IN" sz="2800" dirty="0"/>
          </a:p>
        </p:txBody>
      </p:sp>
      <p:sp>
        <p:nvSpPr>
          <p:cNvPr id="5" name="Slide Number Placeholder 4">
            <a:extLst>
              <a:ext uri="{FF2B5EF4-FFF2-40B4-BE49-F238E27FC236}">
                <a16:creationId xmlns:a16="http://schemas.microsoft.com/office/drawing/2014/main" id="{81A29BFA-646F-C7F3-1B32-B78718B0777D}"/>
              </a:ext>
            </a:extLst>
          </p:cNvPr>
          <p:cNvSpPr>
            <a:spLocks noGrp="1"/>
          </p:cNvSpPr>
          <p:nvPr>
            <p:ph type="sldNum" sz="quarter" idx="12"/>
          </p:nvPr>
        </p:nvSpPr>
        <p:spPr>
          <a:xfrm>
            <a:off x="10802319" y="6137328"/>
            <a:ext cx="1103479" cy="720671"/>
          </a:xfrm>
        </p:spPr>
        <p:txBody>
          <a:bodyPr/>
          <a:lstStyle/>
          <a:p>
            <a:fld id="{5E0677F5-4A8A-4BF1-96BE-3BAE8FBAFE2E}" type="slidenum">
              <a:rPr lang="en-US" sz="1800" smtClean="0"/>
              <a:pPr/>
              <a:t>4</a:t>
            </a:fld>
            <a:r>
              <a:rPr lang="en-US" sz="1800" dirty="0"/>
              <a:t>/15</a:t>
            </a:r>
          </a:p>
        </p:txBody>
      </p:sp>
      <p:pic>
        <p:nvPicPr>
          <p:cNvPr id="6" name="Picture 5">
            <a:extLst>
              <a:ext uri="{FF2B5EF4-FFF2-40B4-BE49-F238E27FC236}">
                <a16:creationId xmlns:a16="http://schemas.microsoft.com/office/drawing/2014/main" id="{2A5E9AFD-8523-9854-5AB4-693C607977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pic>
        <p:nvPicPr>
          <p:cNvPr id="8" name="Picture 7">
            <a:extLst>
              <a:ext uri="{FF2B5EF4-FFF2-40B4-BE49-F238E27FC236}">
                <a16:creationId xmlns:a16="http://schemas.microsoft.com/office/drawing/2014/main" id="{E72A280D-FADF-A82E-6517-6DA2EC8E0F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3884" y="754291"/>
            <a:ext cx="5538061" cy="1771933"/>
          </a:xfrm>
          <a:prstGeom prst="rect">
            <a:avLst/>
          </a:prstGeom>
        </p:spPr>
      </p:pic>
      <p:pic>
        <p:nvPicPr>
          <p:cNvPr id="10" name="Picture 9">
            <a:extLst>
              <a:ext uri="{FF2B5EF4-FFF2-40B4-BE49-F238E27FC236}">
                <a16:creationId xmlns:a16="http://schemas.microsoft.com/office/drawing/2014/main" id="{4482D828-E3B2-3C4B-9020-F44546306B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53884" y="2406333"/>
            <a:ext cx="5538061" cy="2045333"/>
          </a:xfrm>
          <a:prstGeom prst="rect">
            <a:avLst/>
          </a:prstGeom>
        </p:spPr>
      </p:pic>
      <p:pic>
        <p:nvPicPr>
          <p:cNvPr id="12" name="Picture 11">
            <a:extLst>
              <a:ext uri="{FF2B5EF4-FFF2-40B4-BE49-F238E27FC236}">
                <a16:creationId xmlns:a16="http://schemas.microsoft.com/office/drawing/2014/main" id="{314D9AF0-BAA8-F799-AC60-D98BD3CF15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53884" y="4451667"/>
            <a:ext cx="5538061" cy="2274560"/>
          </a:xfrm>
          <a:prstGeom prst="rect">
            <a:avLst/>
          </a:prstGeom>
        </p:spPr>
      </p:pic>
    </p:spTree>
    <p:extLst>
      <p:ext uri="{BB962C8B-B14F-4D97-AF65-F5344CB8AC3E}">
        <p14:creationId xmlns:p14="http://schemas.microsoft.com/office/powerpoint/2010/main" val="2989335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C4DFF-B071-A9A9-719C-960DE54992E7}"/>
              </a:ext>
            </a:extLst>
          </p:cNvPr>
          <p:cNvSpPr>
            <a:spLocks noGrp="1"/>
          </p:cNvSpPr>
          <p:nvPr>
            <p:ph type="title"/>
          </p:nvPr>
        </p:nvSpPr>
        <p:spPr>
          <a:xfrm>
            <a:off x="274319" y="201478"/>
            <a:ext cx="11178927" cy="5384675"/>
          </a:xfrm>
        </p:spPr>
        <p:txBody>
          <a:bodyPr>
            <a:normAutofit/>
          </a:bodyPr>
          <a:lstStyle/>
          <a:p>
            <a:pPr algn="r" rtl="1"/>
            <a:r>
              <a:rPr lang="en-IN" sz="3600" b="1" dirty="0" err="1"/>
              <a:t>چگونه</a:t>
            </a:r>
            <a:r>
              <a:rPr lang="en-IN" sz="3600" b="1" dirty="0"/>
              <a:t> </a:t>
            </a:r>
            <a:r>
              <a:rPr lang="en-IN" sz="3600" b="1" dirty="0" err="1"/>
              <a:t>یک</a:t>
            </a:r>
            <a:r>
              <a:rPr lang="en-IN" sz="3600" b="1" dirty="0"/>
              <a:t> </a:t>
            </a:r>
            <a:r>
              <a:rPr lang="en-IN" sz="3600" b="1" dirty="0" err="1"/>
              <a:t>نقطهٔ</a:t>
            </a:r>
            <a:r>
              <a:rPr lang="en-IN" sz="3600" b="1" dirty="0"/>
              <a:t> </a:t>
            </a:r>
            <a:r>
              <a:rPr lang="en-IN" sz="3600" b="1" dirty="0" err="1"/>
              <a:t>پرت</a:t>
            </a:r>
            <a:r>
              <a:rPr lang="en-IN" sz="3600" b="1" dirty="0"/>
              <a:t>، </a:t>
            </a:r>
            <a:r>
              <a:rPr lang="en-IN" sz="3600" b="1" dirty="0" err="1"/>
              <a:t>پیش‌بینی</a:t>
            </a:r>
            <a:r>
              <a:rPr lang="en-IN" sz="3600" b="1" dirty="0"/>
              <a:t> </a:t>
            </a:r>
            <a:r>
              <a:rPr lang="en-IN" sz="3600" b="1" dirty="0" err="1"/>
              <a:t>را</a:t>
            </a:r>
            <a:r>
              <a:rPr lang="en-IN" sz="3600" b="1" dirty="0"/>
              <a:t> </a:t>
            </a:r>
            <a:r>
              <a:rPr lang="en-IN" sz="3600" b="1" dirty="0" err="1"/>
              <a:t>نابود</a:t>
            </a:r>
            <a:r>
              <a:rPr lang="en-IN" sz="3600" b="1" dirty="0"/>
              <a:t> </a:t>
            </a:r>
            <a:r>
              <a:rPr lang="en-IN" sz="3600" b="1" dirty="0" err="1"/>
              <a:t>می‌کند</a:t>
            </a:r>
            <a:r>
              <a:rPr lang="en-IN" sz="3600" b="1" dirty="0"/>
              <a:t>؟</a:t>
            </a:r>
            <a:br>
              <a:rPr lang="fa-IR" sz="3600" b="1" dirty="0"/>
            </a:br>
            <a:br>
              <a:rPr lang="fa-IR" sz="3600" b="1" dirty="0"/>
            </a:br>
            <a:br>
              <a:rPr lang="en-IN" sz="3600" b="1" dirty="0"/>
            </a:br>
            <a:r>
              <a:rPr lang="en-IN" sz="2800" dirty="0" err="1"/>
              <a:t>مدل</a:t>
            </a:r>
            <a:r>
              <a:rPr lang="en-IN" sz="2800" dirty="0"/>
              <a:t> </a:t>
            </a:r>
            <a:r>
              <a:rPr lang="en-IN" sz="2800" dirty="0" err="1"/>
              <a:t>تصور</a:t>
            </a:r>
            <a:r>
              <a:rPr lang="en-IN" sz="2800" dirty="0"/>
              <a:t> </a:t>
            </a:r>
            <a:r>
              <a:rPr lang="en-IN" sz="2800" dirty="0" err="1"/>
              <a:t>می‌کند</a:t>
            </a:r>
            <a:r>
              <a:rPr lang="en-IN" sz="2800" dirty="0"/>
              <a:t> </a:t>
            </a:r>
            <a:r>
              <a:rPr lang="en-IN" sz="2800" dirty="0" err="1"/>
              <a:t>که</a:t>
            </a:r>
            <a:r>
              <a:rPr lang="en-IN" sz="2800" dirty="0"/>
              <a:t> </a:t>
            </a:r>
            <a:r>
              <a:rPr lang="en-IN" sz="2800" dirty="0" err="1"/>
              <a:t>این</a:t>
            </a:r>
            <a:r>
              <a:rPr lang="en-IN" sz="2800" dirty="0"/>
              <a:t> </a:t>
            </a:r>
            <a:r>
              <a:rPr lang="en-IN" sz="2800" dirty="0" err="1"/>
              <a:t>جهش</a:t>
            </a:r>
            <a:r>
              <a:rPr lang="en-IN" sz="2800" dirty="0"/>
              <a:t>،</a:t>
            </a:r>
            <a:br>
              <a:rPr lang="fa-IR" sz="2800" dirty="0"/>
            </a:br>
            <a:r>
              <a:rPr lang="en-IN" sz="2800" dirty="0"/>
              <a:t> </a:t>
            </a:r>
            <a:r>
              <a:rPr lang="en-IN" sz="2800" dirty="0" err="1"/>
              <a:t>یک</a:t>
            </a:r>
            <a:r>
              <a:rPr lang="en-IN" sz="2800" dirty="0"/>
              <a:t> </a:t>
            </a:r>
            <a:r>
              <a:rPr lang="fa-IR" sz="2800" dirty="0"/>
              <a:t>(</a:t>
            </a:r>
            <a:r>
              <a:rPr lang="en-IN" sz="2800" dirty="0" err="1"/>
              <a:t>روند</a:t>
            </a:r>
            <a:r>
              <a:rPr lang="en-IN" sz="2800" dirty="0"/>
              <a:t> </a:t>
            </a:r>
            <a:r>
              <a:rPr lang="en-IN" sz="2800" dirty="0" err="1"/>
              <a:t>جدید</a:t>
            </a:r>
            <a:r>
              <a:rPr lang="fa-IR" sz="2800" dirty="0"/>
              <a:t>)</a:t>
            </a:r>
            <a:r>
              <a:rPr lang="en-IN" sz="2800" dirty="0"/>
              <a:t> </a:t>
            </a:r>
            <a:r>
              <a:rPr lang="en-IN" sz="2800" dirty="0" err="1"/>
              <a:t>است</a:t>
            </a:r>
            <a:r>
              <a:rPr lang="en-IN" sz="2800" dirty="0"/>
              <a:t> و </a:t>
            </a:r>
            <a:br>
              <a:rPr lang="fa-IR" sz="2800" dirty="0"/>
            </a:br>
            <a:r>
              <a:rPr lang="en-IN" sz="2800" dirty="0" err="1"/>
              <a:t>پیش‌بینی‌های</a:t>
            </a:r>
            <a:r>
              <a:rPr lang="en-IN" sz="2800" dirty="0"/>
              <a:t> </a:t>
            </a:r>
            <a:r>
              <a:rPr lang="en-IN" sz="2800" dirty="0" err="1"/>
              <a:t>بعدی</a:t>
            </a:r>
            <a:r>
              <a:rPr lang="en-IN" sz="2800" dirty="0"/>
              <a:t> </a:t>
            </a:r>
            <a:r>
              <a:rPr lang="en-IN" sz="2800" dirty="0" err="1"/>
              <a:t>را</a:t>
            </a:r>
            <a:r>
              <a:rPr lang="en-IN" sz="2800" dirty="0"/>
              <a:t> </a:t>
            </a:r>
            <a:r>
              <a:rPr lang="en-IN" sz="2800" dirty="0" err="1"/>
              <a:t>بر</a:t>
            </a:r>
            <a:r>
              <a:rPr lang="en-IN" sz="2800" dirty="0"/>
              <a:t> </a:t>
            </a:r>
            <a:r>
              <a:rPr lang="en-IN" sz="2800" dirty="0" err="1"/>
              <a:t>اساس</a:t>
            </a:r>
            <a:br>
              <a:rPr lang="fa-IR" sz="2800" dirty="0"/>
            </a:br>
            <a:r>
              <a:rPr lang="en-IN" sz="2800" dirty="0"/>
              <a:t> </a:t>
            </a:r>
            <a:r>
              <a:rPr lang="en-IN" sz="2800" dirty="0" err="1"/>
              <a:t>آن</a:t>
            </a:r>
            <a:r>
              <a:rPr lang="en-IN" sz="2800" dirty="0"/>
              <a:t> </a:t>
            </a:r>
            <a:r>
              <a:rPr lang="en-IN" sz="2800" dirty="0" err="1"/>
              <a:t>می‌سازد</a:t>
            </a:r>
            <a:r>
              <a:rPr lang="fa-IR" sz="2800" dirty="0"/>
              <a:t>.</a:t>
            </a:r>
            <a:br>
              <a:rPr lang="fa-IR" sz="2800" dirty="0"/>
            </a:br>
            <a:br>
              <a:rPr lang="fa-IR" sz="2800" dirty="0"/>
            </a:br>
            <a:r>
              <a:rPr lang="en-IN" sz="2800" dirty="0" err="1"/>
              <a:t>نتیجه</a:t>
            </a:r>
            <a:r>
              <a:rPr lang="en-IN" sz="2800" dirty="0"/>
              <a:t>: </a:t>
            </a:r>
            <a:r>
              <a:rPr lang="en-IN" sz="2800" dirty="0" err="1"/>
              <a:t>خطای</a:t>
            </a:r>
            <a:r>
              <a:rPr lang="en-IN" sz="2800" dirty="0"/>
              <a:t> </a:t>
            </a:r>
            <a:r>
              <a:rPr lang="en-IN" sz="2800" dirty="0" err="1"/>
              <a:t>پیش‌بینی</a:t>
            </a:r>
            <a:r>
              <a:rPr lang="en-IN" sz="2800" dirty="0"/>
              <a:t> </a:t>
            </a:r>
            <a:r>
              <a:rPr lang="en-IN" sz="2800" dirty="0" err="1"/>
              <a:t>به</a:t>
            </a:r>
            <a:r>
              <a:rPr lang="en-IN" sz="2800" dirty="0"/>
              <a:t> </a:t>
            </a:r>
            <a:r>
              <a:rPr lang="en-IN" sz="2800" dirty="0" err="1"/>
              <a:t>شدت</a:t>
            </a:r>
            <a:br>
              <a:rPr lang="fa-IR" sz="2800" dirty="0"/>
            </a:br>
            <a:r>
              <a:rPr lang="en-IN" sz="2800" dirty="0"/>
              <a:t> </a:t>
            </a:r>
            <a:r>
              <a:rPr lang="en-IN" sz="2800" dirty="0" err="1"/>
              <a:t>افزایش</a:t>
            </a:r>
            <a:r>
              <a:rPr lang="en-IN" sz="2800" dirty="0"/>
              <a:t> </a:t>
            </a:r>
            <a:r>
              <a:rPr lang="en-IN" sz="2800" dirty="0" err="1"/>
              <a:t>می‌یابد</a:t>
            </a:r>
            <a:r>
              <a:rPr lang="en-IN" sz="2800" dirty="0"/>
              <a:t> و </a:t>
            </a:r>
            <a:r>
              <a:rPr lang="en-IN" sz="2800" dirty="0" err="1"/>
              <a:t>تصمیم‌گیری</a:t>
            </a:r>
            <a:r>
              <a:rPr lang="en-IN" sz="2800" dirty="0"/>
              <a:t> </a:t>
            </a:r>
            <a:r>
              <a:rPr lang="en-IN" sz="2800" dirty="0" err="1"/>
              <a:t>مالی</a:t>
            </a:r>
            <a:br>
              <a:rPr lang="fa-IR" sz="2800" dirty="0"/>
            </a:br>
            <a:r>
              <a:rPr lang="en-IN" sz="2800" dirty="0"/>
              <a:t> </a:t>
            </a:r>
            <a:r>
              <a:rPr lang="en-IN" sz="2800" dirty="0" err="1"/>
              <a:t>را</a:t>
            </a:r>
            <a:r>
              <a:rPr lang="en-IN" sz="2800" dirty="0"/>
              <a:t> </a:t>
            </a:r>
            <a:r>
              <a:rPr lang="en-IN" sz="2800" dirty="0" err="1"/>
              <a:t>به</a:t>
            </a:r>
            <a:r>
              <a:rPr lang="en-IN" sz="2800" dirty="0"/>
              <a:t> </a:t>
            </a:r>
            <a:r>
              <a:rPr lang="en-IN" sz="2800" dirty="0" err="1"/>
              <a:t>خطر</a:t>
            </a:r>
            <a:r>
              <a:rPr lang="en-IN" sz="2800" dirty="0"/>
              <a:t> </a:t>
            </a:r>
            <a:r>
              <a:rPr lang="en-IN" sz="2800" dirty="0" err="1"/>
              <a:t>می‌اندازد</a:t>
            </a:r>
            <a:r>
              <a:rPr lang="fa-IR" sz="2800" dirty="0"/>
              <a:t>.</a:t>
            </a:r>
            <a:br>
              <a:rPr lang="en-IN" sz="2800" b="1" dirty="0"/>
            </a:br>
            <a:endParaRPr lang="en-IN" sz="2800" b="1" dirty="0"/>
          </a:p>
        </p:txBody>
      </p:sp>
      <p:sp>
        <p:nvSpPr>
          <p:cNvPr id="5" name="Slide Number Placeholder 4">
            <a:extLst>
              <a:ext uri="{FF2B5EF4-FFF2-40B4-BE49-F238E27FC236}">
                <a16:creationId xmlns:a16="http://schemas.microsoft.com/office/drawing/2014/main" id="{EDAB38F9-F769-5BC4-C5DF-563BA770CD2B}"/>
              </a:ext>
            </a:extLst>
          </p:cNvPr>
          <p:cNvSpPr>
            <a:spLocks noGrp="1"/>
          </p:cNvSpPr>
          <p:nvPr>
            <p:ph type="sldNum" sz="quarter" idx="12"/>
          </p:nvPr>
        </p:nvSpPr>
        <p:spPr>
          <a:xfrm>
            <a:off x="10848815" y="6013342"/>
            <a:ext cx="1056984" cy="581110"/>
          </a:xfrm>
        </p:spPr>
        <p:txBody>
          <a:bodyPr/>
          <a:lstStyle/>
          <a:p>
            <a:fld id="{5E0677F5-4A8A-4BF1-96BE-3BAE8FBAFE2E}" type="slidenum">
              <a:rPr lang="en-US" sz="1800" smtClean="0"/>
              <a:pPr/>
              <a:t>5</a:t>
            </a:fld>
            <a:r>
              <a:rPr lang="en-US" sz="1800" dirty="0"/>
              <a:t>/15</a:t>
            </a:r>
          </a:p>
        </p:txBody>
      </p:sp>
      <p:pic>
        <p:nvPicPr>
          <p:cNvPr id="6" name="Picture 5">
            <a:extLst>
              <a:ext uri="{FF2B5EF4-FFF2-40B4-BE49-F238E27FC236}">
                <a16:creationId xmlns:a16="http://schemas.microsoft.com/office/drawing/2014/main" id="{C66B0545-A1D2-2863-56C4-9BE5D32CF5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pic>
        <p:nvPicPr>
          <p:cNvPr id="8" name="Picture 7">
            <a:extLst>
              <a:ext uri="{FF2B5EF4-FFF2-40B4-BE49-F238E27FC236}">
                <a16:creationId xmlns:a16="http://schemas.microsoft.com/office/drawing/2014/main" id="{4CCB097E-813E-1FCC-F398-25950ED81D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942" y="1504904"/>
            <a:ext cx="6044339" cy="4299211"/>
          </a:xfrm>
          <a:prstGeom prst="rect">
            <a:avLst/>
          </a:prstGeom>
        </p:spPr>
      </p:pic>
      <p:sp>
        <p:nvSpPr>
          <p:cNvPr id="13" name="Rectangle 3">
            <a:extLst>
              <a:ext uri="{FF2B5EF4-FFF2-40B4-BE49-F238E27FC236}">
                <a16:creationId xmlns:a16="http://schemas.microsoft.com/office/drawing/2014/main" id="{F16354A0-D45E-2C74-4F2F-78EF97E33406}"/>
              </a:ext>
            </a:extLst>
          </p:cNvPr>
          <p:cNvSpPr>
            <a:spLocks noChangeArrowheads="1"/>
          </p:cNvSpPr>
          <p:nvPr/>
        </p:nvSpPr>
        <p:spPr bwMode="auto">
          <a:xfrm flipH="1">
            <a:off x="-346841" y="-184666"/>
            <a:ext cx="346841"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520753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E9BD1D44-E560-C8B4-8A6C-67061E89CBF6}"/>
                  </a:ext>
                </a:extLst>
              </p:cNvPr>
              <p:cNvSpPr>
                <a:spLocks noGrp="1"/>
              </p:cNvSpPr>
              <p:nvPr>
                <p:ph type="title"/>
              </p:nvPr>
            </p:nvSpPr>
            <p:spPr>
              <a:xfrm>
                <a:off x="274319" y="575873"/>
                <a:ext cx="11457605" cy="6601304"/>
              </a:xfrm>
            </p:spPr>
            <p:txBody>
              <a:bodyPr>
                <a:normAutofit fontScale="90000"/>
              </a:bodyPr>
              <a:lstStyle/>
              <a:p>
                <a:pPr algn="r" rtl="1"/>
                <a:r>
                  <a:rPr lang="en-IN" sz="4000" b="1" dirty="0" err="1"/>
                  <a:t>چگونه</a:t>
                </a:r>
                <a:r>
                  <a:rPr lang="en-IN" sz="4000" b="1" dirty="0"/>
                  <a:t> </a:t>
                </a:r>
                <a:r>
                  <a:rPr lang="en-IN" sz="4000" b="1" dirty="0" err="1"/>
                  <a:t>نقاط</a:t>
                </a:r>
                <a:r>
                  <a:rPr lang="en-IN" sz="4000" b="1" dirty="0"/>
                  <a:t> </a:t>
                </a:r>
                <a:r>
                  <a:rPr lang="en-IN" sz="4000" b="1" dirty="0" err="1"/>
                  <a:t>پرت</a:t>
                </a:r>
                <a:r>
                  <a:rPr lang="en-IN" sz="4000" b="1" dirty="0"/>
                  <a:t> </a:t>
                </a:r>
                <a:r>
                  <a:rPr lang="en-IN" sz="4000" b="1" dirty="0" err="1"/>
                  <a:t>را</a:t>
                </a:r>
                <a:r>
                  <a:rPr lang="en-IN" sz="4000" b="1" dirty="0"/>
                  <a:t> </a:t>
                </a:r>
                <a:r>
                  <a:rPr lang="en-IN" sz="4000" b="1" dirty="0" err="1"/>
                  <a:t>شکار</a:t>
                </a:r>
                <a:r>
                  <a:rPr lang="en-IN" sz="4000" b="1" dirty="0"/>
                  <a:t> </a:t>
                </a:r>
                <a:r>
                  <a:rPr lang="en-IN" sz="4000" b="1" dirty="0" err="1"/>
                  <a:t>کردیم</a:t>
                </a:r>
                <a:r>
                  <a:rPr lang="en-IN" sz="4000" b="1" dirty="0"/>
                  <a:t>؟</a:t>
                </a:r>
                <a:br>
                  <a:rPr lang="en-IN" sz="4000" b="1" dirty="0"/>
                </a:br>
                <a:br>
                  <a:rPr lang="fa-IR" sz="3100" dirty="0"/>
                </a:br>
                <a:br>
                  <a:rPr lang="en-IN" sz="3100" dirty="0"/>
                </a:br>
                <a:r>
                  <a:rPr lang="en-IN" sz="3100" b="1" dirty="0" err="1"/>
                  <a:t>روش</a:t>
                </a:r>
                <a:r>
                  <a:rPr lang="en-IN" sz="3100" b="1" dirty="0"/>
                  <a:t>:</a:t>
                </a:r>
                <a:r>
                  <a:rPr lang="en-IN" sz="3100" dirty="0"/>
                  <a:t> Z-Score </a:t>
                </a:r>
                <a:r>
                  <a:rPr lang="en-IN" sz="3100" dirty="0" err="1"/>
                  <a:t>نمرهٔ</a:t>
                </a:r>
                <a:r>
                  <a:rPr lang="en-IN" sz="3100" dirty="0"/>
                  <a:t> </a:t>
                </a:r>
                <a:r>
                  <a:rPr lang="en-IN" sz="3100" dirty="0" err="1"/>
                  <a:t>استاندارد</a:t>
                </a:r>
                <a:r>
                  <a:rPr lang="fa-IR" sz="3100" dirty="0"/>
                  <a:t>.</a:t>
                </a:r>
                <a:br>
                  <a:rPr lang="fa-IR" sz="3100" dirty="0"/>
                </a:br>
                <a:br>
                  <a:rPr lang="en-IN" sz="3100" dirty="0"/>
                </a:br>
                <a:r>
                  <a:rPr lang="en-IN" sz="3100" b="1" dirty="0" err="1"/>
                  <a:t>فرمول</a:t>
                </a:r>
                <a:br>
                  <a:rPr lang="fa-IR" sz="3100" b="1" dirty="0"/>
                </a:br>
                <a14:m>
                  <m:oMathPara xmlns:m="http://schemas.openxmlformats.org/officeDocument/2006/math">
                    <m:oMathParaPr>
                      <m:jc m:val="centerGroup"/>
                    </m:oMathParaPr>
                    <m:oMath xmlns:m="http://schemas.openxmlformats.org/officeDocument/2006/math">
                      <m:r>
                        <a:rPr lang="en-IN" sz="3100" i="1">
                          <a:latin typeface="Cambria Math" panose="02040503050406030204" pitchFamily="18" charset="0"/>
                        </a:rPr>
                        <m:t>𝑍</m:t>
                      </m:r>
                      <m:r>
                        <a:rPr lang="en-IN" sz="3100">
                          <a:latin typeface="Cambria Math" panose="02040503050406030204" pitchFamily="18" charset="0"/>
                        </a:rPr>
                        <m:t>=</m:t>
                      </m:r>
                      <m:f>
                        <m:fPr>
                          <m:ctrlPr>
                            <a:rPr lang="en-IN" sz="3100" i="1">
                              <a:latin typeface="Cambria Math" panose="02040503050406030204" pitchFamily="18" charset="0"/>
                            </a:rPr>
                          </m:ctrlPr>
                        </m:fPr>
                        <m:num>
                          <m:r>
                            <a:rPr lang="en-IN" sz="3100" i="1">
                              <a:latin typeface="Cambria Math" panose="02040503050406030204" pitchFamily="18" charset="0"/>
                            </a:rPr>
                            <m:t>𝑥</m:t>
                          </m:r>
                          <m:r>
                            <a:rPr lang="en-IN" sz="3100">
                              <a:latin typeface="Cambria Math" panose="02040503050406030204" pitchFamily="18" charset="0"/>
                            </a:rPr>
                            <m:t>−</m:t>
                          </m:r>
                          <m:r>
                            <a:rPr lang="en-IN" sz="3100" i="1">
                              <a:latin typeface="Cambria Math" panose="02040503050406030204" pitchFamily="18" charset="0"/>
                            </a:rPr>
                            <m:t>𝜇</m:t>
                          </m:r>
                        </m:num>
                        <m:den>
                          <m:r>
                            <a:rPr lang="en-IN" sz="3100" i="1">
                              <a:latin typeface="Cambria Math" panose="02040503050406030204" pitchFamily="18" charset="0"/>
                            </a:rPr>
                            <m:t>𝜎</m:t>
                          </m:r>
                        </m:den>
                      </m:f>
                    </m:oMath>
                  </m:oMathPara>
                </a14:m>
                <a:br>
                  <a:rPr lang="fa-IR" sz="3100" dirty="0"/>
                </a:br>
                <a:br>
                  <a:rPr lang="fa-IR" sz="3100" dirty="0"/>
                </a:br>
                <a:br>
                  <a:rPr lang="en-CA" sz="3100" dirty="0"/>
                </a:br>
                <a:r>
                  <a:rPr lang="en-IN" sz="2800" dirty="0" err="1"/>
                  <a:t>ما</a:t>
                </a:r>
                <a:r>
                  <a:rPr lang="en-IN" sz="2800" dirty="0"/>
                  <a:t> </a:t>
                </a:r>
                <a:r>
                  <a:rPr lang="en-IN" sz="2800" dirty="0" err="1"/>
                  <a:t>میانگین</a:t>
                </a:r>
                <a:r>
                  <a:rPr lang="en-IN" sz="2800" dirty="0"/>
                  <a:t> و </a:t>
                </a:r>
                <a:r>
                  <a:rPr lang="en-IN" sz="2800" dirty="0" err="1"/>
                  <a:t>انحراف</a:t>
                </a:r>
                <a:r>
                  <a:rPr lang="en-IN" sz="2800" dirty="0"/>
                  <a:t> </a:t>
                </a:r>
                <a:r>
                  <a:rPr lang="en-IN" sz="2800" dirty="0" err="1"/>
                  <a:t>معیار</a:t>
                </a:r>
                <a:r>
                  <a:rPr lang="en-IN" sz="2800" dirty="0"/>
                  <a:t> </a:t>
                </a:r>
                <a:r>
                  <a:rPr lang="en-IN" sz="2800" dirty="0" err="1"/>
                  <a:t>کل</a:t>
                </a:r>
                <a:r>
                  <a:rPr lang="en-IN" sz="2800" dirty="0"/>
                  <a:t> </a:t>
                </a:r>
                <a:r>
                  <a:rPr lang="en-IN" sz="2800" dirty="0" err="1"/>
                  <a:t>قیمت‌ها</a:t>
                </a:r>
                <a:r>
                  <a:rPr lang="en-IN" sz="2800" dirty="0"/>
                  <a:t> </a:t>
                </a:r>
                <a:r>
                  <a:rPr lang="en-IN" sz="2800" dirty="0" err="1"/>
                  <a:t>را</a:t>
                </a:r>
                <a:r>
                  <a:rPr lang="en-IN" sz="2800" dirty="0"/>
                  <a:t> </a:t>
                </a:r>
                <a:r>
                  <a:rPr lang="en-IN" sz="2800" dirty="0" err="1"/>
                  <a:t>حساب</a:t>
                </a:r>
                <a:r>
                  <a:rPr lang="en-IN" sz="2800" dirty="0"/>
                  <a:t> </a:t>
                </a:r>
                <a:r>
                  <a:rPr lang="en-IN" sz="2800" dirty="0" err="1"/>
                  <a:t>کردیم</a:t>
                </a:r>
                <a:r>
                  <a:rPr lang="en-IN" sz="2800" dirty="0"/>
                  <a:t>. </a:t>
                </a:r>
                <a:r>
                  <a:rPr lang="en-IN" sz="2800" dirty="0" err="1"/>
                  <a:t>هر</a:t>
                </a:r>
                <a:r>
                  <a:rPr lang="en-IN" sz="2800" dirty="0"/>
                  <a:t> </a:t>
                </a:r>
                <a:r>
                  <a:rPr lang="en-IN" sz="2800" dirty="0" err="1"/>
                  <a:t>قیمتی</a:t>
                </a:r>
                <a:r>
                  <a:rPr lang="en-IN" sz="2800" dirty="0"/>
                  <a:t> </a:t>
                </a:r>
                <a:r>
                  <a:rPr lang="en-IN" sz="2800" dirty="0" err="1"/>
                  <a:t>که</a:t>
                </a:r>
                <a:r>
                  <a:rPr lang="en-IN" sz="2800" dirty="0"/>
                  <a:t> </a:t>
                </a:r>
                <a:r>
                  <a:rPr lang="en-IN" sz="2800" dirty="0" err="1"/>
                  <a:t>بیش</a:t>
                </a:r>
                <a:r>
                  <a:rPr lang="en-IN" sz="2800" dirty="0"/>
                  <a:t> </a:t>
                </a:r>
                <a:r>
                  <a:rPr lang="en-IN" sz="2800" dirty="0" err="1"/>
                  <a:t>از</a:t>
                </a:r>
                <a:r>
                  <a:rPr lang="en-IN" sz="2800" dirty="0"/>
                  <a:t> ۲.۵ </a:t>
                </a:r>
                <a:r>
                  <a:rPr lang="en-IN" sz="2800" dirty="0" err="1"/>
                  <a:t>انحراف</a:t>
                </a:r>
                <a:r>
                  <a:rPr lang="en-IN" sz="2800" dirty="0"/>
                  <a:t> </a:t>
                </a:r>
                <a:r>
                  <a:rPr lang="en-IN" sz="2800" dirty="0" err="1"/>
                  <a:t>معیار</a:t>
                </a:r>
                <a:r>
                  <a:rPr lang="en-IN" sz="2800" dirty="0"/>
                  <a:t> </a:t>
                </a:r>
                <a:r>
                  <a:rPr lang="en-IN" sz="2800" dirty="0" err="1"/>
                  <a:t>از</a:t>
                </a:r>
                <a:r>
                  <a:rPr lang="en-IN" sz="2800" dirty="0"/>
                  <a:t> </a:t>
                </a:r>
                <a:r>
                  <a:rPr lang="en-IN" sz="2800" dirty="0" err="1"/>
                  <a:t>میانگین</a:t>
                </a:r>
                <a:r>
                  <a:rPr lang="en-IN" sz="2800" dirty="0"/>
                  <a:t> </a:t>
                </a:r>
                <a:r>
                  <a:rPr lang="en-IN" sz="2800" dirty="0" err="1"/>
                  <a:t>فاصله</a:t>
                </a:r>
                <a:r>
                  <a:rPr lang="en-IN" sz="2800" dirty="0"/>
                  <a:t> </a:t>
                </a:r>
                <a:r>
                  <a:rPr lang="en-IN" sz="2800" dirty="0" err="1"/>
                  <a:t>داشت</a:t>
                </a:r>
                <a:r>
                  <a:rPr lang="en-IN" sz="2800" dirty="0"/>
                  <a:t>، </a:t>
                </a:r>
                <a:r>
                  <a:rPr lang="en-IN" sz="2800" dirty="0" err="1"/>
                  <a:t>به</a:t>
                </a:r>
                <a:r>
                  <a:rPr lang="en-IN" sz="2800" dirty="0"/>
                  <a:t> </a:t>
                </a:r>
                <a:r>
                  <a:rPr lang="en-IN" sz="2800" dirty="0" err="1"/>
                  <a:t>عنوان</a:t>
                </a:r>
                <a:r>
                  <a:rPr lang="en-IN" sz="2800" dirty="0"/>
                  <a:t> </a:t>
                </a:r>
                <a:r>
                  <a:rPr lang="en-IN" sz="2800" dirty="0" err="1"/>
                  <a:t>دادهٔ</a:t>
                </a:r>
                <a:r>
                  <a:rPr lang="en-IN" sz="2800" dirty="0"/>
                  <a:t> </a:t>
                </a:r>
                <a:r>
                  <a:rPr lang="en-IN" sz="2800" dirty="0" err="1"/>
                  <a:t>پرت</a:t>
                </a:r>
                <a:r>
                  <a:rPr lang="en-IN" sz="2800" dirty="0"/>
                  <a:t> </a:t>
                </a:r>
                <a:r>
                  <a:rPr lang="en-IN" sz="2800" dirty="0" err="1"/>
                  <a:t>علامت‌گذاری</a:t>
                </a:r>
                <a:r>
                  <a:rPr lang="en-IN" sz="2800" dirty="0"/>
                  <a:t> </a:t>
                </a:r>
                <a:r>
                  <a:rPr lang="en-IN" sz="2800" dirty="0" err="1"/>
                  <a:t>شد</a:t>
                </a:r>
                <a:r>
                  <a:rPr lang="en-IN" sz="2800" dirty="0"/>
                  <a:t>.</a:t>
                </a:r>
                <a:br>
                  <a:rPr lang="fa-IR" sz="2800" dirty="0"/>
                </a:br>
                <a:br>
                  <a:rPr lang="en-IN" sz="3100" dirty="0"/>
                </a:br>
                <a:r>
                  <a:rPr lang="en-IN" sz="3100" dirty="0" err="1"/>
                  <a:t>نقاطی</a:t>
                </a:r>
                <a:r>
                  <a:rPr lang="en-IN" sz="3100" dirty="0"/>
                  <a:t> </a:t>
                </a:r>
                <a:r>
                  <a:rPr lang="en-IN" sz="3100" dirty="0" err="1"/>
                  <a:t>که</a:t>
                </a:r>
                <a:r>
                  <a:rPr lang="en-IN" sz="3100" dirty="0"/>
                  <a:t> </a:t>
                </a:r>
                <a14:m>
                  <m:oMath xmlns:m="http://schemas.openxmlformats.org/officeDocument/2006/math">
                    <m:r>
                      <a:rPr lang="en-IN" sz="3100">
                        <a:latin typeface="Cambria Math" panose="02040503050406030204" pitchFamily="18" charset="0"/>
                      </a:rPr>
                      <m:t>∣</m:t>
                    </m:r>
                    <m:r>
                      <a:rPr lang="en-IN" sz="3100" i="1">
                        <a:latin typeface="Cambria Math" panose="02040503050406030204" pitchFamily="18" charset="0"/>
                      </a:rPr>
                      <m:t>𝑍</m:t>
                    </m:r>
                    <m:r>
                      <a:rPr lang="en-IN" sz="3100">
                        <a:latin typeface="Cambria Math" panose="02040503050406030204" pitchFamily="18" charset="0"/>
                      </a:rPr>
                      <m:t>∣&gt;</m:t>
                    </m:r>
                    <m:r>
                      <a:rPr lang="en-IN" sz="3100">
                        <a:latin typeface="Cambria Math" panose="02040503050406030204" pitchFamily="18" charset="0"/>
                      </a:rPr>
                      <m:t>2</m:t>
                    </m:r>
                    <m:r>
                      <a:rPr lang="en-IN" sz="3100">
                        <a:latin typeface="Cambria Math" panose="02040503050406030204" pitchFamily="18" charset="0"/>
                      </a:rPr>
                      <m:t>.</m:t>
                    </m:r>
                    <m:r>
                      <a:rPr lang="en-IN" sz="3100">
                        <a:latin typeface="Cambria Math" panose="02040503050406030204" pitchFamily="18" charset="0"/>
                      </a:rPr>
                      <m:t>5</m:t>
                    </m:r>
                  </m:oMath>
                </a14:m>
                <a:r>
                  <a:rPr lang="en-IN" sz="3100" dirty="0" err="1"/>
                  <a:t>باشند</a:t>
                </a:r>
                <a:r>
                  <a:rPr lang="en-IN" sz="3100" dirty="0"/>
                  <a:t>، </a:t>
                </a:r>
                <a:r>
                  <a:rPr lang="en-IN" sz="3100" dirty="0" err="1"/>
                  <a:t>به</a:t>
                </a:r>
                <a:r>
                  <a:rPr lang="en-IN" sz="3100" dirty="0"/>
                  <a:t> </a:t>
                </a:r>
                <a:r>
                  <a:rPr lang="en-IN" sz="3100" dirty="0" err="1"/>
                  <a:t>عنوان</a:t>
                </a:r>
                <a:r>
                  <a:rPr lang="en-IN" sz="3100" dirty="0"/>
                  <a:t> </a:t>
                </a:r>
                <a:r>
                  <a:rPr lang="en-IN" sz="3100" dirty="0" err="1"/>
                  <a:t>ناهنجاری</a:t>
                </a:r>
                <a:r>
                  <a:rPr lang="en-IN" sz="3100" dirty="0"/>
                  <a:t> </a:t>
                </a:r>
                <a:r>
                  <a:rPr lang="en-IN" sz="3100" dirty="0" err="1"/>
                  <a:t>برچسب</a:t>
                </a:r>
                <a:r>
                  <a:rPr lang="en-IN" sz="3100" dirty="0"/>
                  <a:t> </a:t>
                </a:r>
                <a:r>
                  <a:rPr lang="en-IN" sz="3100" dirty="0" err="1"/>
                  <a:t>خوردند</a:t>
                </a:r>
                <a:r>
                  <a:rPr lang="fa-IR" sz="3100" dirty="0"/>
                  <a:t>.</a:t>
                </a:r>
                <a:br>
                  <a:rPr lang="fa-IR" sz="3100" dirty="0"/>
                </a:br>
                <a:br>
                  <a:rPr lang="en-IN" dirty="0"/>
                </a:br>
                <a:endParaRPr lang="en-IN" dirty="0"/>
              </a:p>
            </p:txBody>
          </p:sp>
        </mc:Choice>
        <mc:Fallback xmlns="">
          <p:sp>
            <p:nvSpPr>
              <p:cNvPr id="2" name="Title 1">
                <a:extLst>
                  <a:ext uri="{FF2B5EF4-FFF2-40B4-BE49-F238E27FC236}">
                    <a16:creationId xmlns:a16="http://schemas.microsoft.com/office/drawing/2014/main" id="{E9BD1D44-E560-C8B4-8A6C-67061E89CBF6}"/>
                  </a:ext>
                </a:extLst>
              </p:cNvPr>
              <p:cNvSpPr>
                <a:spLocks noGrp="1" noRot="1" noChangeAspect="1" noMove="1" noResize="1" noEditPoints="1" noAdjustHandles="1" noChangeArrowheads="1" noChangeShapeType="1" noTextEdit="1"/>
              </p:cNvSpPr>
              <p:nvPr>
                <p:ph type="title"/>
              </p:nvPr>
            </p:nvSpPr>
            <p:spPr>
              <a:xfrm>
                <a:off x="274319" y="575873"/>
                <a:ext cx="11457605" cy="6601304"/>
              </a:xfrm>
              <a:blipFill>
                <a:blip r:embed="rId2"/>
                <a:stretch>
                  <a:fillRect t="-5355" r="-1543"/>
                </a:stretch>
              </a:blipFill>
            </p:spPr>
            <p:txBody>
              <a:bodyPr/>
              <a:lstStyle/>
              <a:p>
                <a:r>
                  <a:rPr lang="en-IN">
                    <a:noFill/>
                  </a:rPr>
                  <a:t> </a:t>
                </a:r>
              </a:p>
            </p:txBody>
          </p:sp>
        </mc:Fallback>
      </mc:AlternateContent>
      <p:sp>
        <p:nvSpPr>
          <p:cNvPr id="5" name="Slide Number Placeholder 4">
            <a:extLst>
              <a:ext uri="{FF2B5EF4-FFF2-40B4-BE49-F238E27FC236}">
                <a16:creationId xmlns:a16="http://schemas.microsoft.com/office/drawing/2014/main" id="{EF2E16AD-1AEC-4073-187F-73851B247480}"/>
              </a:ext>
            </a:extLst>
          </p:cNvPr>
          <p:cNvSpPr>
            <a:spLocks noGrp="1"/>
          </p:cNvSpPr>
          <p:nvPr>
            <p:ph type="sldNum" sz="quarter" idx="12"/>
          </p:nvPr>
        </p:nvSpPr>
        <p:spPr>
          <a:xfrm>
            <a:off x="11231592" y="5589916"/>
            <a:ext cx="674206" cy="1268083"/>
          </a:xfrm>
        </p:spPr>
        <p:txBody>
          <a:bodyPr/>
          <a:lstStyle/>
          <a:p>
            <a:fld id="{5E0677F5-4A8A-4BF1-96BE-3BAE8FBAFE2E}" type="slidenum">
              <a:rPr lang="en-US" sz="1800" smtClean="0"/>
              <a:pPr/>
              <a:t>6</a:t>
            </a:fld>
            <a:r>
              <a:rPr lang="fa-IR" sz="1800" dirty="0"/>
              <a:t>15/</a:t>
            </a:r>
            <a:endParaRPr lang="en-US" sz="1800" dirty="0"/>
          </a:p>
        </p:txBody>
      </p:sp>
      <p:pic>
        <p:nvPicPr>
          <p:cNvPr id="6" name="Picture 5">
            <a:extLst>
              <a:ext uri="{FF2B5EF4-FFF2-40B4-BE49-F238E27FC236}">
                <a16:creationId xmlns:a16="http://schemas.microsoft.com/office/drawing/2014/main" id="{CC2F869E-B85B-BD6E-9688-E98C1AF138B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pic>
        <p:nvPicPr>
          <p:cNvPr id="41" name="Picture 40">
            <a:extLst>
              <a:ext uri="{FF2B5EF4-FFF2-40B4-BE49-F238E27FC236}">
                <a16:creationId xmlns:a16="http://schemas.microsoft.com/office/drawing/2014/main" id="{100AD658-8DA3-2FCC-335A-084CA0FF56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445" y="219227"/>
            <a:ext cx="5046272" cy="3657298"/>
          </a:xfrm>
          <a:prstGeom prst="rect">
            <a:avLst/>
          </a:prstGeom>
        </p:spPr>
      </p:pic>
    </p:spTree>
    <p:extLst>
      <p:ext uri="{BB962C8B-B14F-4D97-AF65-F5344CB8AC3E}">
        <p14:creationId xmlns:p14="http://schemas.microsoft.com/office/powerpoint/2010/main" val="4274321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7C250FED-B068-787B-71ED-3E070279323A}"/>
              </a:ext>
            </a:extLst>
          </p:cNvPr>
          <p:cNvSpPr>
            <a:spLocks noGrp="1"/>
          </p:cNvSpPr>
          <p:nvPr>
            <p:ph type="sldNum" sz="quarter" idx="12"/>
          </p:nvPr>
        </p:nvSpPr>
        <p:spPr>
          <a:xfrm>
            <a:off x="10851913" y="5804114"/>
            <a:ext cx="1053885" cy="1053885"/>
          </a:xfrm>
        </p:spPr>
        <p:txBody>
          <a:bodyPr/>
          <a:lstStyle/>
          <a:p>
            <a:fld id="{5E0677F5-4A8A-4BF1-96BE-3BAE8FBAFE2E}" type="slidenum">
              <a:rPr lang="en-US" sz="1800" smtClean="0"/>
              <a:pPr/>
              <a:t>7</a:t>
            </a:fld>
            <a:r>
              <a:rPr lang="en-US" sz="1800" dirty="0"/>
              <a:t>/15</a:t>
            </a:r>
          </a:p>
        </p:txBody>
      </p:sp>
      <p:pic>
        <p:nvPicPr>
          <p:cNvPr id="6" name="Picture 5">
            <a:extLst>
              <a:ext uri="{FF2B5EF4-FFF2-40B4-BE49-F238E27FC236}">
                <a16:creationId xmlns:a16="http://schemas.microsoft.com/office/drawing/2014/main" id="{D3294F24-3C41-F1DF-5811-C18C46348D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sp>
        <p:nvSpPr>
          <p:cNvPr id="9" name="TextBox 8">
            <a:extLst>
              <a:ext uri="{FF2B5EF4-FFF2-40B4-BE49-F238E27FC236}">
                <a16:creationId xmlns:a16="http://schemas.microsoft.com/office/drawing/2014/main" id="{D13AA038-A6C6-FB21-8836-0C0D92E485B6}"/>
              </a:ext>
            </a:extLst>
          </p:cNvPr>
          <p:cNvSpPr txBox="1"/>
          <p:nvPr/>
        </p:nvSpPr>
        <p:spPr>
          <a:xfrm>
            <a:off x="3446252" y="1630392"/>
            <a:ext cx="8285671" cy="5016758"/>
          </a:xfrm>
          <a:prstGeom prst="rect">
            <a:avLst/>
          </a:prstGeom>
          <a:noFill/>
        </p:spPr>
        <p:txBody>
          <a:bodyPr wrap="square">
            <a:spAutoFit/>
          </a:bodyPr>
          <a:lstStyle/>
          <a:p>
            <a:pPr algn="r" rtl="1">
              <a:buNone/>
            </a:pPr>
            <a:r>
              <a:rPr lang="en-IN" sz="3200" dirty="0" err="1"/>
              <a:t>داده‌های</a:t>
            </a:r>
            <a:r>
              <a:rPr lang="en-IN" sz="3200" dirty="0"/>
              <a:t> </a:t>
            </a:r>
            <a:r>
              <a:rPr lang="en-IN" sz="3200" dirty="0" err="1"/>
              <a:t>واقعی</a:t>
            </a:r>
            <a:r>
              <a:rPr lang="en-IN" sz="3200" dirty="0"/>
              <a:t>: </a:t>
            </a:r>
            <a:r>
              <a:rPr lang="en-IN" sz="3200" dirty="0" err="1"/>
              <a:t>کندل‌های</a:t>
            </a:r>
            <a:r>
              <a:rPr lang="en-IN" sz="3200" dirty="0"/>
              <a:t> </a:t>
            </a:r>
            <a:r>
              <a:rPr lang="en-IN" sz="3200" dirty="0" err="1"/>
              <a:t>یک‌ساعته</a:t>
            </a:r>
            <a:r>
              <a:rPr lang="en-IN" sz="3200" dirty="0"/>
              <a:t> </a:t>
            </a:r>
            <a:r>
              <a:rPr lang="en-IN" sz="3200" dirty="0" err="1"/>
              <a:t>بیت‌کوین</a:t>
            </a:r>
            <a:endParaRPr lang="fa-IR" sz="3200" dirty="0"/>
          </a:p>
          <a:p>
            <a:pPr algn="r" rtl="1">
              <a:buNone/>
            </a:pPr>
            <a:endParaRPr lang="en-IN" sz="3200" dirty="0"/>
          </a:p>
          <a:p>
            <a:pPr algn="r" rtl="1">
              <a:buFont typeface="Arial" panose="020B0604020202020204" pitchFamily="34" charset="0"/>
              <a:buChar char="•"/>
            </a:pPr>
            <a:r>
              <a:rPr lang="en-IN" sz="3200" b="1" dirty="0" err="1"/>
              <a:t>منبع</a:t>
            </a:r>
            <a:r>
              <a:rPr lang="en-IN" sz="3200" b="1" dirty="0"/>
              <a:t>:</a:t>
            </a:r>
            <a:r>
              <a:rPr lang="en-IN" sz="3200" dirty="0"/>
              <a:t> API </a:t>
            </a:r>
            <a:r>
              <a:rPr lang="en-IN" sz="3200" dirty="0" err="1"/>
              <a:t>عمومی</a:t>
            </a:r>
            <a:r>
              <a:rPr lang="fa-IR" sz="3200" dirty="0"/>
              <a:t> صرافی </a:t>
            </a:r>
          </a:p>
          <a:p>
            <a:pPr algn="r" rtl="1">
              <a:buFont typeface="Arial" panose="020B0604020202020204" pitchFamily="34" charset="0"/>
              <a:buChar char="•"/>
            </a:pPr>
            <a:r>
              <a:rPr lang="fa-IR" sz="3200" dirty="0"/>
              <a:t>بایننس </a:t>
            </a:r>
            <a:r>
              <a:rPr lang="en-IN" sz="3200" dirty="0"/>
              <a:t> (Binance)</a:t>
            </a:r>
          </a:p>
          <a:p>
            <a:pPr algn="r" rtl="1">
              <a:buFont typeface="Arial" panose="020B0604020202020204" pitchFamily="34" charset="0"/>
              <a:buChar char="•"/>
            </a:pPr>
            <a:r>
              <a:rPr lang="en-IN" sz="3200" dirty="0" err="1"/>
              <a:t>داده‌های</a:t>
            </a:r>
            <a:r>
              <a:rPr lang="en-IN" sz="3200" dirty="0"/>
              <a:t> </a:t>
            </a:r>
            <a:r>
              <a:rPr lang="en-IN" sz="3200" dirty="0" err="1"/>
              <a:t>رایگان</a:t>
            </a:r>
            <a:r>
              <a:rPr lang="en-IN" sz="3200" dirty="0"/>
              <a:t> و </a:t>
            </a:r>
            <a:r>
              <a:rPr lang="en-IN" sz="3200" dirty="0" err="1"/>
              <a:t>واقعی</a:t>
            </a:r>
            <a:r>
              <a:rPr lang="en-IN" sz="3200" dirty="0"/>
              <a:t>.</a:t>
            </a:r>
            <a:endParaRPr lang="fa-IR" sz="3200" dirty="0"/>
          </a:p>
          <a:p>
            <a:pPr algn="r" rtl="1">
              <a:buFont typeface="Arial" panose="020B0604020202020204" pitchFamily="34" charset="0"/>
              <a:buChar char="•"/>
            </a:pPr>
            <a:endParaRPr lang="en-IN" sz="3200" dirty="0"/>
          </a:p>
          <a:p>
            <a:pPr algn="r" rtl="1">
              <a:buFont typeface="Arial" panose="020B0604020202020204" pitchFamily="34" charset="0"/>
              <a:buChar char="•"/>
            </a:pPr>
            <a:r>
              <a:rPr lang="en-IN" sz="3200" dirty="0"/>
              <a:t>۱ </a:t>
            </a:r>
            <a:r>
              <a:rPr lang="en-IN" sz="3200" dirty="0" err="1"/>
              <a:t>تا</a:t>
            </a:r>
            <a:r>
              <a:rPr lang="en-IN" sz="3200" dirty="0"/>
              <a:t> ۷ </a:t>
            </a:r>
            <a:r>
              <a:rPr lang="en-IN" sz="3200" dirty="0" err="1"/>
              <a:t>آگوست</a:t>
            </a:r>
            <a:r>
              <a:rPr lang="en-IN" sz="3200" dirty="0"/>
              <a:t> ۲۰۲۴ </a:t>
            </a:r>
            <a:r>
              <a:rPr lang="en-IN" sz="3200" dirty="0" err="1"/>
              <a:t>شامل</a:t>
            </a:r>
            <a:r>
              <a:rPr lang="en-IN" sz="3200" dirty="0"/>
              <a:t> </a:t>
            </a:r>
            <a:r>
              <a:rPr lang="en-IN" sz="3200" dirty="0" err="1"/>
              <a:t>سقوط</a:t>
            </a:r>
            <a:r>
              <a:rPr lang="en-IN" sz="3200" dirty="0"/>
              <a:t> </a:t>
            </a:r>
            <a:r>
              <a:rPr lang="en-IN" sz="3200" dirty="0" err="1"/>
              <a:t>معروف</a:t>
            </a:r>
            <a:r>
              <a:rPr lang="en-IN" sz="3200" dirty="0"/>
              <a:t> ۵ </a:t>
            </a:r>
            <a:r>
              <a:rPr lang="en-IN" sz="3200" dirty="0" err="1"/>
              <a:t>آگوست</a:t>
            </a:r>
            <a:r>
              <a:rPr lang="fa-IR" sz="3200" dirty="0"/>
              <a:t>.</a:t>
            </a:r>
          </a:p>
          <a:p>
            <a:pPr algn="r" rtl="1">
              <a:buFont typeface="Arial" panose="020B0604020202020204" pitchFamily="34" charset="0"/>
              <a:buChar char="•"/>
            </a:pPr>
            <a:r>
              <a:rPr lang="en-IN" sz="3200" b="1" dirty="0" err="1"/>
              <a:t>تعداد</a:t>
            </a:r>
            <a:r>
              <a:rPr lang="en-IN" sz="3200" b="1" dirty="0"/>
              <a:t> </a:t>
            </a:r>
            <a:r>
              <a:rPr lang="en-IN" sz="3200" b="1" dirty="0" err="1"/>
              <a:t>کندل</a:t>
            </a:r>
            <a:r>
              <a:rPr lang="en-IN" sz="3200" b="1" dirty="0"/>
              <a:t>:</a:t>
            </a:r>
            <a:r>
              <a:rPr lang="en-IN" sz="3200" dirty="0"/>
              <a:t> ۱۶۸ </a:t>
            </a:r>
            <a:r>
              <a:rPr lang="en-IN" sz="3200" dirty="0" err="1"/>
              <a:t>کندل</a:t>
            </a:r>
            <a:r>
              <a:rPr lang="en-IN" sz="3200" dirty="0"/>
              <a:t> </a:t>
            </a:r>
            <a:r>
              <a:rPr lang="en-IN" sz="3200" dirty="0" err="1"/>
              <a:t>یک‌ساعته</a:t>
            </a:r>
            <a:r>
              <a:rPr lang="en-IN" sz="3200" dirty="0"/>
              <a:t>.</a:t>
            </a:r>
            <a:endParaRPr lang="fa-IR" sz="3200" dirty="0"/>
          </a:p>
          <a:p>
            <a:pPr algn="r" rtl="1">
              <a:buFont typeface="Arial" panose="020B0604020202020204" pitchFamily="34" charset="0"/>
              <a:buChar char="•"/>
            </a:pPr>
            <a:endParaRPr lang="en-IN" sz="3200" dirty="0"/>
          </a:p>
          <a:p>
            <a:pPr algn="r" rtl="1">
              <a:buFont typeface="Arial" panose="020B0604020202020204" pitchFamily="34" charset="0"/>
              <a:buChar char="•"/>
            </a:pPr>
            <a:r>
              <a:rPr lang="en-IN" sz="3200" b="1" dirty="0" err="1"/>
              <a:t>بازهٔ</a:t>
            </a:r>
            <a:r>
              <a:rPr lang="en-IN" sz="3200" b="1" dirty="0"/>
              <a:t> </a:t>
            </a:r>
            <a:r>
              <a:rPr lang="en-IN" sz="3200" b="1" dirty="0" err="1"/>
              <a:t>آزمون</a:t>
            </a:r>
            <a:r>
              <a:rPr lang="en-IN" sz="3200" b="1" dirty="0"/>
              <a:t>:</a:t>
            </a:r>
            <a:r>
              <a:rPr lang="en-IN" sz="3200" dirty="0"/>
              <a:t> ۸ </a:t>
            </a:r>
            <a:r>
              <a:rPr lang="en-IN" sz="3200" dirty="0" err="1"/>
              <a:t>تا</a:t>
            </a:r>
            <a:r>
              <a:rPr lang="en-IN" sz="3200" dirty="0"/>
              <a:t> ۱۴ </a:t>
            </a:r>
            <a:r>
              <a:rPr lang="en-IN" sz="3200" dirty="0" err="1"/>
              <a:t>آگوست</a:t>
            </a:r>
            <a:r>
              <a:rPr lang="en-IN" sz="3200" dirty="0"/>
              <a:t> ۲۰۲۴ </a:t>
            </a:r>
            <a:r>
              <a:rPr lang="en-IN" sz="3200" dirty="0" err="1"/>
              <a:t>پیش‌بینی</a:t>
            </a:r>
            <a:r>
              <a:rPr lang="en-IN" sz="3200" dirty="0"/>
              <a:t> </a:t>
            </a:r>
            <a:r>
              <a:rPr lang="en-IN" sz="3200" dirty="0" err="1"/>
              <a:t>هفتهٔ</a:t>
            </a:r>
            <a:r>
              <a:rPr lang="en-IN" sz="3200" dirty="0"/>
              <a:t> </a:t>
            </a:r>
            <a:r>
              <a:rPr lang="en-IN" sz="3200" dirty="0" err="1"/>
              <a:t>بعد</a:t>
            </a:r>
            <a:endParaRPr lang="en-IN" sz="3200" dirty="0"/>
          </a:p>
        </p:txBody>
      </p:sp>
      <p:pic>
        <p:nvPicPr>
          <p:cNvPr id="11" name="Picture 10">
            <a:extLst>
              <a:ext uri="{FF2B5EF4-FFF2-40B4-BE49-F238E27FC236}">
                <a16:creationId xmlns:a16="http://schemas.microsoft.com/office/drawing/2014/main" id="{51AD6E4C-8A87-0615-EC01-38602F91DB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885" y="0"/>
            <a:ext cx="5494296" cy="4382219"/>
          </a:xfrm>
          <a:prstGeom prst="rect">
            <a:avLst/>
          </a:prstGeom>
        </p:spPr>
      </p:pic>
    </p:spTree>
    <p:extLst>
      <p:ext uri="{BB962C8B-B14F-4D97-AF65-F5344CB8AC3E}">
        <p14:creationId xmlns:p14="http://schemas.microsoft.com/office/powerpoint/2010/main" val="26542797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ABAC5-7A58-35C9-5B00-6DC5DA6E7C59}"/>
              </a:ext>
            </a:extLst>
          </p:cNvPr>
          <p:cNvSpPr>
            <a:spLocks noGrp="1"/>
          </p:cNvSpPr>
          <p:nvPr>
            <p:ph type="title"/>
          </p:nvPr>
        </p:nvSpPr>
        <p:spPr>
          <a:xfrm>
            <a:off x="948906" y="247491"/>
            <a:ext cx="10956892" cy="6239573"/>
          </a:xfrm>
        </p:spPr>
        <p:txBody>
          <a:bodyPr>
            <a:normAutofit/>
          </a:bodyPr>
          <a:lstStyle/>
          <a:p>
            <a:pPr algn="r" rtl="1"/>
            <a:r>
              <a:rPr lang="fa-IR" sz="3200" b="1" dirty="0"/>
              <a:t>اینجا از 3 مدل استفاده کرده ایم</a:t>
            </a:r>
            <a:r>
              <a:rPr lang="fa-IR" sz="2800" dirty="0"/>
              <a:t>:</a:t>
            </a:r>
            <a:br>
              <a:rPr lang="fa-IR" sz="2800" dirty="0"/>
            </a:br>
            <a:br>
              <a:rPr lang="en-IN" sz="2800" dirty="0"/>
            </a:br>
            <a:r>
              <a:rPr lang="en-IN" sz="2800" dirty="0"/>
              <a:t>۱. </a:t>
            </a:r>
            <a:r>
              <a:rPr lang="en-IN" sz="2800" b="1" dirty="0" err="1"/>
              <a:t>رگرسیون</a:t>
            </a:r>
            <a:r>
              <a:rPr lang="en-IN" sz="2800" b="1" dirty="0"/>
              <a:t> </a:t>
            </a:r>
            <a:r>
              <a:rPr lang="en-IN" sz="2800" b="1" dirty="0" err="1"/>
              <a:t>خطی</a:t>
            </a:r>
            <a:r>
              <a:rPr lang="en-IN" sz="2800" b="1" dirty="0"/>
              <a:t> (Linear Regression):</a:t>
            </a:r>
            <a:r>
              <a:rPr lang="en-IN" sz="2800" dirty="0"/>
              <a:t> </a:t>
            </a:r>
            <a:r>
              <a:rPr lang="en-IN" sz="2800" dirty="0" err="1"/>
              <a:t>ساده‌ترین</a:t>
            </a:r>
            <a:r>
              <a:rPr lang="en-IN" sz="2800" dirty="0"/>
              <a:t> </a:t>
            </a:r>
            <a:r>
              <a:rPr lang="en-IN" sz="2800" dirty="0" err="1"/>
              <a:t>مدل</a:t>
            </a:r>
            <a:r>
              <a:rPr lang="en-IN" sz="2800" dirty="0"/>
              <a:t>، </a:t>
            </a:r>
            <a:r>
              <a:rPr lang="en-IN" sz="2800" dirty="0" err="1"/>
              <a:t>به‌عنوان</a:t>
            </a:r>
            <a:r>
              <a:rPr lang="en-IN" sz="2800" dirty="0"/>
              <a:t> </a:t>
            </a:r>
            <a:r>
              <a:rPr lang="en-IN" sz="2800" dirty="0" err="1"/>
              <a:t>خط</a:t>
            </a:r>
            <a:r>
              <a:rPr lang="en-IN" sz="2800" dirty="0"/>
              <a:t> </a:t>
            </a:r>
            <a:r>
              <a:rPr lang="en-IN" sz="2800" dirty="0" err="1"/>
              <a:t>مبنا</a:t>
            </a:r>
            <a:r>
              <a:rPr lang="en-IN" sz="2800" dirty="0"/>
              <a:t>.</a:t>
            </a:r>
            <a:br>
              <a:rPr lang="en-IN" sz="2800" dirty="0"/>
            </a:br>
            <a:br>
              <a:rPr lang="en-IN" sz="2800" dirty="0"/>
            </a:br>
            <a:r>
              <a:rPr lang="en-IN" sz="2800" dirty="0"/>
              <a:t>۲. </a:t>
            </a:r>
            <a:r>
              <a:rPr lang="en-IN" sz="2800" b="1" dirty="0" err="1"/>
              <a:t>XGBoost</a:t>
            </a:r>
            <a:r>
              <a:rPr lang="en-IN" sz="2800" dirty="0"/>
              <a:t> </a:t>
            </a:r>
            <a:r>
              <a:rPr lang="en-IN" sz="2800" dirty="0" err="1"/>
              <a:t>مدل</a:t>
            </a:r>
            <a:r>
              <a:rPr lang="en-IN" sz="2800" dirty="0"/>
              <a:t> </a:t>
            </a:r>
            <a:r>
              <a:rPr lang="en-IN" sz="2800" dirty="0" err="1"/>
              <a:t>درختی</a:t>
            </a:r>
            <a:r>
              <a:rPr lang="en-IN" sz="2800" dirty="0"/>
              <a:t> </a:t>
            </a:r>
            <a:r>
              <a:rPr lang="en-IN" sz="2800" dirty="0" err="1"/>
              <a:t>تقویتی</a:t>
            </a:r>
            <a:r>
              <a:rPr lang="en-IN" sz="2800" dirty="0"/>
              <a:t>، </a:t>
            </a:r>
            <a:r>
              <a:rPr lang="en-IN" sz="2800" dirty="0" err="1"/>
              <a:t>برندهٔ</a:t>
            </a:r>
            <a:r>
              <a:rPr lang="en-IN" sz="2800" dirty="0"/>
              <a:t> </a:t>
            </a:r>
            <a:r>
              <a:rPr lang="en-IN" sz="2800" dirty="0" err="1"/>
              <a:t>بسیاری</a:t>
            </a:r>
            <a:r>
              <a:rPr lang="en-IN" sz="2800" dirty="0"/>
              <a:t> </a:t>
            </a:r>
            <a:r>
              <a:rPr lang="en-IN" sz="2800" dirty="0" err="1"/>
              <a:t>از</a:t>
            </a:r>
            <a:r>
              <a:rPr lang="en-IN" sz="2800" dirty="0"/>
              <a:t> </a:t>
            </a:r>
            <a:r>
              <a:rPr lang="en-IN" sz="2800" dirty="0" err="1"/>
              <a:t>مسابقات</a:t>
            </a:r>
            <a:r>
              <a:rPr lang="en-IN" sz="2800" dirty="0"/>
              <a:t> </a:t>
            </a:r>
            <a:r>
              <a:rPr lang="en-IN" sz="2800" dirty="0" err="1"/>
              <a:t>علم</a:t>
            </a:r>
            <a:r>
              <a:rPr lang="en-IN" sz="2800" dirty="0"/>
              <a:t> </a:t>
            </a:r>
            <a:r>
              <a:rPr lang="en-IN" sz="2800" dirty="0" err="1"/>
              <a:t>داده</a:t>
            </a:r>
            <a:r>
              <a:rPr lang="en-IN" sz="2800" dirty="0"/>
              <a:t>.</a:t>
            </a:r>
            <a:br>
              <a:rPr lang="en-IN" sz="2800" dirty="0"/>
            </a:br>
            <a:br>
              <a:rPr lang="en-IN" sz="2800" dirty="0"/>
            </a:br>
            <a:r>
              <a:rPr lang="en-IN" sz="2800" dirty="0"/>
              <a:t>۳. </a:t>
            </a:r>
            <a:r>
              <a:rPr lang="en-IN" sz="2800" b="1" dirty="0" err="1"/>
              <a:t>شبکه</a:t>
            </a:r>
            <a:r>
              <a:rPr lang="en-IN" sz="2800" b="1" dirty="0"/>
              <a:t> </a:t>
            </a:r>
            <a:r>
              <a:rPr lang="en-IN" sz="2800" b="1" dirty="0" err="1"/>
              <a:t>عصبی</a:t>
            </a:r>
            <a:r>
              <a:rPr lang="en-IN" sz="2800" b="1" dirty="0"/>
              <a:t> MLP </a:t>
            </a:r>
            <a:r>
              <a:rPr lang="en-IN" sz="2800" b="1" dirty="0" err="1"/>
              <a:t>پرسپترون</a:t>
            </a:r>
            <a:r>
              <a:rPr lang="en-IN" sz="2800" b="1" dirty="0"/>
              <a:t> </a:t>
            </a:r>
            <a:r>
              <a:rPr lang="en-IN" sz="2800" b="1" dirty="0" err="1"/>
              <a:t>چندلایه</a:t>
            </a:r>
            <a:r>
              <a:rPr lang="en-IN" sz="2800" b="1" dirty="0"/>
              <a:t>:</a:t>
            </a:r>
            <a:r>
              <a:rPr lang="en-IN" sz="2800" dirty="0"/>
              <a:t> </a:t>
            </a:r>
            <a:r>
              <a:rPr lang="en-IN" sz="2800" dirty="0" err="1"/>
              <a:t>یک</a:t>
            </a:r>
            <a:r>
              <a:rPr lang="en-IN" sz="2800" dirty="0"/>
              <a:t> </a:t>
            </a:r>
            <a:r>
              <a:rPr lang="en-IN" sz="2800" dirty="0" err="1"/>
              <a:t>شبکه</a:t>
            </a:r>
            <a:r>
              <a:rPr lang="en-IN" sz="2800" dirty="0"/>
              <a:t> </a:t>
            </a:r>
            <a:r>
              <a:rPr lang="en-IN" sz="2800" dirty="0" err="1"/>
              <a:t>عصبی</a:t>
            </a:r>
            <a:r>
              <a:rPr lang="en-IN" sz="2800" dirty="0"/>
              <a:t> </a:t>
            </a:r>
            <a:r>
              <a:rPr lang="en-IN" sz="2800" dirty="0" err="1"/>
              <a:t>عمیق</a:t>
            </a:r>
            <a:r>
              <a:rPr lang="en-IN" sz="2800" dirty="0"/>
              <a:t> </a:t>
            </a:r>
            <a:r>
              <a:rPr lang="en-IN" sz="2800" dirty="0" err="1"/>
              <a:t>با</a:t>
            </a:r>
            <a:r>
              <a:rPr lang="en-IN" sz="2800" dirty="0"/>
              <a:t> </a:t>
            </a:r>
            <a:r>
              <a:rPr lang="en-IN" sz="2800" dirty="0" err="1"/>
              <a:t>دو</a:t>
            </a:r>
            <a:r>
              <a:rPr lang="en-IN" sz="2800" dirty="0"/>
              <a:t> </a:t>
            </a:r>
            <a:r>
              <a:rPr lang="en-IN" sz="2800" dirty="0" err="1"/>
              <a:t>لایه</a:t>
            </a:r>
            <a:r>
              <a:rPr lang="en-IN" sz="2800" dirty="0"/>
              <a:t> </a:t>
            </a:r>
            <a:r>
              <a:rPr lang="en-IN" sz="2800" dirty="0" err="1"/>
              <a:t>پنهان</a:t>
            </a:r>
            <a:r>
              <a:rPr lang="en-IN" sz="2800" dirty="0"/>
              <a:t>.</a:t>
            </a:r>
            <a:br>
              <a:rPr lang="en-IN" sz="2800" dirty="0"/>
            </a:br>
            <a:br>
              <a:rPr lang="en-IN" sz="2800" dirty="0"/>
            </a:br>
            <a:br>
              <a:rPr lang="en-IN" sz="2800" dirty="0"/>
            </a:br>
            <a:br>
              <a:rPr lang="en-IN" sz="2800" dirty="0"/>
            </a:br>
            <a:br>
              <a:rPr lang="en-IN" sz="2800" dirty="0"/>
            </a:br>
            <a:br>
              <a:rPr lang="en-IN" sz="2800" dirty="0"/>
            </a:br>
            <a:br>
              <a:rPr lang="en-IN" sz="2800" dirty="0"/>
            </a:br>
            <a:endParaRPr lang="en-IN" sz="2800" dirty="0"/>
          </a:p>
        </p:txBody>
      </p:sp>
      <p:sp>
        <p:nvSpPr>
          <p:cNvPr id="5" name="Slide Number Placeholder 4">
            <a:extLst>
              <a:ext uri="{FF2B5EF4-FFF2-40B4-BE49-F238E27FC236}">
                <a16:creationId xmlns:a16="http://schemas.microsoft.com/office/drawing/2014/main" id="{1429D940-88B7-4F01-B98A-8DDBB4B61A41}"/>
              </a:ext>
            </a:extLst>
          </p:cNvPr>
          <p:cNvSpPr>
            <a:spLocks noGrp="1"/>
          </p:cNvSpPr>
          <p:nvPr>
            <p:ph type="sldNum" sz="quarter" idx="12"/>
          </p:nvPr>
        </p:nvSpPr>
        <p:spPr>
          <a:xfrm>
            <a:off x="10783019" y="5762444"/>
            <a:ext cx="1122779" cy="1095555"/>
          </a:xfrm>
        </p:spPr>
        <p:txBody>
          <a:bodyPr/>
          <a:lstStyle/>
          <a:p>
            <a:fld id="{5E0677F5-4A8A-4BF1-96BE-3BAE8FBAFE2E}" type="slidenum">
              <a:rPr lang="en-US" sz="1800" smtClean="0"/>
              <a:pPr/>
              <a:t>8</a:t>
            </a:fld>
            <a:r>
              <a:rPr lang="en-US" sz="1800" dirty="0"/>
              <a:t>/15</a:t>
            </a:r>
          </a:p>
        </p:txBody>
      </p:sp>
      <p:pic>
        <p:nvPicPr>
          <p:cNvPr id="6" name="Picture 5">
            <a:extLst>
              <a:ext uri="{FF2B5EF4-FFF2-40B4-BE49-F238E27FC236}">
                <a16:creationId xmlns:a16="http://schemas.microsoft.com/office/drawing/2014/main" id="{6542493C-C513-90A1-3C4A-D587801B57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spTree>
    <p:extLst>
      <p:ext uri="{BB962C8B-B14F-4D97-AF65-F5344CB8AC3E}">
        <p14:creationId xmlns:p14="http://schemas.microsoft.com/office/powerpoint/2010/main" val="3236153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764A1-0B06-3D41-B06F-82AF38BE1823}"/>
              </a:ext>
            </a:extLst>
          </p:cNvPr>
          <p:cNvSpPr>
            <a:spLocks noGrp="1"/>
          </p:cNvSpPr>
          <p:nvPr>
            <p:ph type="title"/>
          </p:nvPr>
        </p:nvSpPr>
        <p:spPr>
          <a:xfrm>
            <a:off x="274320" y="258792"/>
            <a:ext cx="11631478" cy="5545323"/>
          </a:xfrm>
        </p:spPr>
        <p:txBody>
          <a:bodyPr>
            <a:normAutofit/>
          </a:bodyPr>
          <a:lstStyle/>
          <a:p>
            <a:pPr algn="r" rtl="1"/>
            <a:r>
              <a:rPr lang="fa-IR" sz="3600" dirty="0"/>
              <a:t>نحوه تفسیر نتایج:</a:t>
            </a:r>
            <a:br>
              <a:rPr lang="fa-IR" sz="3600" dirty="0"/>
            </a:br>
            <a:br>
              <a:rPr lang="fa-IR" sz="3600" dirty="0"/>
            </a:br>
            <a:r>
              <a:rPr lang="fa-IR" sz="3600" dirty="0"/>
              <a:t>1.</a:t>
            </a:r>
            <a:r>
              <a:rPr lang="fa-IR" sz="2800" dirty="0"/>
              <a:t>استفاده از نمودار خود قیمت</a:t>
            </a:r>
            <a:br>
              <a:rPr lang="fa-IR" sz="2800" dirty="0"/>
            </a:br>
            <a:br>
              <a:rPr lang="fa-IR" sz="2800" dirty="0"/>
            </a:br>
            <a:r>
              <a:rPr lang="fa-IR" sz="2800" dirty="0"/>
              <a:t>2.استفاده از 3 شاخص:</a:t>
            </a:r>
            <a:br>
              <a:rPr lang="fa-IR" sz="2800" dirty="0"/>
            </a:br>
            <a:br>
              <a:rPr lang="fa-IR" sz="2800" dirty="0"/>
            </a:br>
            <a:br>
              <a:rPr lang="fa-IR" sz="2800" dirty="0"/>
            </a:br>
            <a:br>
              <a:rPr lang="fa-IR" sz="2800" dirty="0"/>
            </a:br>
            <a:br>
              <a:rPr lang="fa-IR" sz="2800" dirty="0"/>
            </a:br>
            <a:br>
              <a:rPr lang="fa-IR" sz="2800" dirty="0"/>
            </a:br>
            <a:br>
              <a:rPr lang="fa-IR" sz="2800" dirty="0"/>
            </a:br>
            <a:br>
              <a:rPr lang="fa-IR" sz="2800" dirty="0"/>
            </a:br>
            <a:endParaRPr lang="en-IN" sz="3600" dirty="0"/>
          </a:p>
        </p:txBody>
      </p:sp>
      <p:sp>
        <p:nvSpPr>
          <p:cNvPr id="5" name="Slide Number Placeholder 4">
            <a:extLst>
              <a:ext uri="{FF2B5EF4-FFF2-40B4-BE49-F238E27FC236}">
                <a16:creationId xmlns:a16="http://schemas.microsoft.com/office/drawing/2014/main" id="{4C0074CC-9D3E-B31C-3672-F8F1B628E93A}"/>
              </a:ext>
            </a:extLst>
          </p:cNvPr>
          <p:cNvSpPr>
            <a:spLocks noGrp="1"/>
          </p:cNvSpPr>
          <p:nvPr>
            <p:ph type="sldNum" sz="quarter" idx="12"/>
          </p:nvPr>
        </p:nvSpPr>
        <p:spPr>
          <a:xfrm>
            <a:off x="10851913" y="5934974"/>
            <a:ext cx="1053885" cy="923026"/>
          </a:xfrm>
        </p:spPr>
        <p:txBody>
          <a:bodyPr/>
          <a:lstStyle/>
          <a:p>
            <a:r>
              <a:rPr lang="fa-IR" sz="1800" dirty="0"/>
              <a:t>9/15</a:t>
            </a:r>
            <a:endParaRPr lang="en-US" sz="1800" dirty="0"/>
          </a:p>
        </p:txBody>
      </p:sp>
      <p:pic>
        <p:nvPicPr>
          <p:cNvPr id="6" name="Picture 5">
            <a:extLst>
              <a:ext uri="{FF2B5EF4-FFF2-40B4-BE49-F238E27FC236}">
                <a16:creationId xmlns:a16="http://schemas.microsoft.com/office/drawing/2014/main" id="{7016F367-9184-BC77-B40E-D5E28D9826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graphicFrame>
        <p:nvGraphicFramePr>
          <p:cNvPr id="7" name="Table 6">
            <a:extLst>
              <a:ext uri="{FF2B5EF4-FFF2-40B4-BE49-F238E27FC236}">
                <a16:creationId xmlns:a16="http://schemas.microsoft.com/office/drawing/2014/main" id="{0A6A26C7-0CD2-E0E3-8736-6D080AAD3CE9}"/>
              </a:ext>
            </a:extLst>
          </p:cNvPr>
          <p:cNvGraphicFramePr>
            <a:graphicFrameLocks noGrp="1"/>
          </p:cNvGraphicFramePr>
          <p:nvPr>
            <p:extLst>
              <p:ext uri="{D42A27DB-BD31-4B8C-83A1-F6EECF244321}">
                <p14:modId xmlns:p14="http://schemas.microsoft.com/office/powerpoint/2010/main" val="1075819268"/>
              </p:ext>
            </p:extLst>
          </p:nvPr>
        </p:nvGraphicFramePr>
        <p:xfrm>
          <a:off x="465827" y="2156604"/>
          <a:ext cx="8540150" cy="3647511"/>
        </p:xfrm>
        <a:graphic>
          <a:graphicData uri="http://schemas.openxmlformats.org/drawingml/2006/table">
            <a:tbl>
              <a:tblPr firstRow="1" bandRow="1">
                <a:tableStyleId>{5C22544A-7EE6-4342-B048-85BDC9FD1C3A}</a:tableStyleId>
              </a:tblPr>
              <a:tblGrid>
                <a:gridCol w="1407508">
                  <a:extLst>
                    <a:ext uri="{9D8B030D-6E8A-4147-A177-3AD203B41FA5}">
                      <a16:colId xmlns:a16="http://schemas.microsoft.com/office/drawing/2014/main" val="3166072148"/>
                    </a:ext>
                  </a:extLst>
                </a:gridCol>
                <a:gridCol w="2586772">
                  <a:extLst>
                    <a:ext uri="{9D8B030D-6E8A-4147-A177-3AD203B41FA5}">
                      <a16:colId xmlns:a16="http://schemas.microsoft.com/office/drawing/2014/main" val="3574236451"/>
                    </a:ext>
                  </a:extLst>
                </a:gridCol>
                <a:gridCol w="4545870">
                  <a:extLst>
                    <a:ext uri="{9D8B030D-6E8A-4147-A177-3AD203B41FA5}">
                      <a16:colId xmlns:a16="http://schemas.microsoft.com/office/drawing/2014/main" val="4150766170"/>
                    </a:ext>
                  </a:extLst>
                </a:gridCol>
              </a:tblGrid>
              <a:tr h="1520307">
                <a:tc>
                  <a:txBody>
                    <a:bodyPr/>
                    <a:lstStyle/>
                    <a:p>
                      <a:pPr algn="ctr" rtl="1"/>
                      <a:r>
                        <a:rPr lang="en-IN" sz="4400" dirty="0" err="1"/>
                        <a:t>معیار</a:t>
                      </a:r>
                      <a:endParaRPr lang="en-IN" sz="4400" dirty="0"/>
                    </a:p>
                  </a:txBody>
                  <a:tcPr/>
                </a:tc>
                <a:tc>
                  <a:txBody>
                    <a:bodyPr/>
                    <a:lstStyle/>
                    <a:p>
                      <a:pPr algn="ctr" rtl="1"/>
                      <a:r>
                        <a:rPr lang="en-IN" sz="4400" dirty="0" err="1"/>
                        <a:t>نام</a:t>
                      </a:r>
                      <a:r>
                        <a:rPr lang="en-IN" sz="4400" dirty="0"/>
                        <a:t> </a:t>
                      </a:r>
                      <a:r>
                        <a:rPr lang="en-IN" sz="4400" dirty="0" err="1"/>
                        <a:t>کامل</a:t>
                      </a:r>
                      <a:endParaRPr lang="en-IN" sz="4400" dirty="0"/>
                    </a:p>
                  </a:txBody>
                  <a:tcPr/>
                </a:tc>
                <a:tc>
                  <a:txBody>
                    <a:bodyPr/>
                    <a:lstStyle/>
                    <a:p>
                      <a:pPr algn="ctr" rtl="1"/>
                      <a:r>
                        <a:rPr lang="en-IN" sz="4400" dirty="0" err="1"/>
                        <a:t>تفسیر</a:t>
                      </a:r>
                      <a:endParaRPr lang="en-IN" sz="4400" dirty="0"/>
                    </a:p>
                  </a:txBody>
                  <a:tcPr/>
                </a:tc>
                <a:extLst>
                  <a:ext uri="{0D108BD9-81ED-4DB2-BD59-A6C34878D82A}">
                    <a16:rowId xmlns:a16="http://schemas.microsoft.com/office/drawing/2014/main" val="3429268606"/>
                  </a:ext>
                </a:extLst>
              </a:tr>
              <a:tr h="710522">
                <a:tc>
                  <a:txBody>
                    <a:bodyPr/>
                    <a:lstStyle/>
                    <a:p>
                      <a:r>
                        <a:rPr lang="en-CA" sz="2800" dirty="0"/>
                        <a:t>RMSE</a:t>
                      </a:r>
                      <a:endParaRPr lang="en-IN" sz="2800" dirty="0"/>
                    </a:p>
                  </a:txBody>
                  <a:tcPr/>
                </a:tc>
                <a:tc>
                  <a:txBody>
                    <a:bodyPr/>
                    <a:lstStyle/>
                    <a:p>
                      <a:r>
                        <a:rPr lang="en-IN" dirty="0"/>
                        <a:t>Root Mean Squared Error</a:t>
                      </a:r>
                    </a:p>
                  </a:txBody>
                  <a:tcPr/>
                </a:tc>
                <a:tc>
                  <a:txBody>
                    <a:bodyPr/>
                    <a:lstStyle/>
                    <a:p>
                      <a:pPr algn="r" rtl="1"/>
                      <a:r>
                        <a:rPr lang="en-IN" dirty="0" err="1"/>
                        <a:t>میانگین</a:t>
                      </a:r>
                      <a:r>
                        <a:rPr lang="en-IN" dirty="0"/>
                        <a:t> </a:t>
                      </a:r>
                      <a:r>
                        <a:rPr lang="en-IN" dirty="0" err="1"/>
                        <a:t>ریشهٔ</a:t>
                      </a:r>
                      <a:r>
                        <a:rPr lang="en-IN" dirty="0"/>
                        <a:t> </a:t>
                      </a:r>
                      <a:r>
                        <a:rPr lang="en-IN" dirty="0" err="1"/>
                        <a:t>مربعات</a:t>
                      </a:r>
                      <a:r>
                        <a:rPr lang="en-IN" dirty="0"/>
                        <a:t> </a:t>
                      </a:r>
                      <a:r>
                        <a:rPr lang="en-IN" dirty="0" err="1"/>
                        <a:t>خطا</a:t>
                      </a:r>
                      <a:r>
                        <a:rPr lang="en-IN" dirty="0"/>
                        <a:t> – </a:t>
                      </a:r>
                      <a:r>
                        <a:rPr lang="en-IN" dirty="0" err="1"/>
                        <a:t>هرچه</a:t>
                      </a:r>
                      <a:r>
                        <a:rPr lang="en-IN" dirty="0"/>
                        <a:t> </a:t>
                      </a:r>
                      <a:r>
                        <a:rPr lang="en-IN" dirty="0" err="1"/>
                        <a:t>کمتر</a:t>
                      </a:r>
                      <a:r>
                        <a:rPr lang="en-IN" dirty="0"/>
                        <a:t>، </a:t>
                      </a:r>
                      <a:r>
                        <a:rPr lang="en-IN" dirty="0" err="1"/>
                        <a:t>بهتر</a:t>
                      </a:r>
                      <a:r>
                        <a:rPr lang="en-IN" dirty="0"/>
                        <a:t> </a:t>
                      </a:r>
                      <a:r>
                        <a:rPr lang="en-IN" dirty="0" err="1"/>
                        <a:t>حساس</a:t>
                      </a:r>
                      <a:r>
                        <a:rPr lang="en-IN" dirty="0"/>
                        <a:t> </a:t>
                      </a:r>
                      <a:r>
                        <a:rPr lang="en-IN" dirty="0" err="1"/>
                        <a:t>به</a:t>
                      </a:r>
                      <a:r>
                        <a:rPr lang="en-IN" dirty="0"/>
                        <a:t> </a:t>
                      </a:r>
                      <a:r>
                        <a:rPr lang="en-IN" dirty="0" err="1"/>
                        <a:t>نقاط</a:t>
                      </a:r>
                      <a:r>
                        <a:rPr lang="en-IN" dirty="0"/>
                        <a:t> </a:t>
                      </a:r>
                      <a:r>
                        <a:rPr lang="en-IN" dirty="0" err="1"/>
                        <a:t>پرت</a:t>
                      </a:r>
                      <a:endParaRPr lang="en-IN" dirty="0"/>
                    </a:p>
                  </a:txBody>
                  <a:tcPr/>
                </a:tc>
                <a:extLst>
                  <a:ext uri="{0D108BD9-81ED-4DB2-BD59-A6C34878D82A}">
                    <a16:rowId xmlns:a16="http://schemas.microsoft.com/office/drawing/2014/main" val="2573323188"/>
                  </a:ext>
                </a:extLst>
              </a:tr>
              <a:tr h="706160">
                <a:tc>
                  <a:txBody>
                    <a:bodyPr/>
                    <a:lstStyle/>
                    <a:p>
                      <a:r>
                        <a:rPr lang="en-CA" sz="2800" dirty="0"/>
                        <a:t>MAE</a:t>
                      </a:r>
                      <a:endParaRPr lang="en-IN" sz="2800" dirty="0"/>
                    </a:p>
                  </a:txBody>
                  <a:tcPr/>
                </a:tc>
                <a:tc>
                  <a:txBody>
                    <a:bodyPr/>
                    <a:lstStyle/>
                    <a:p>
                      <a:r>
                        <a:rPr lang="en-IN" dirty="0"/>
                        <a:t>Mean Absolute Error</a:t>
                      </a:r>
                    </a:p>
                  </a:txBody>
                  <a:tcPr/>
                </a:tc>
                <a:tc>
                  <a:txBody>
                    <a:bodyPr/>
                    <a:lstStyle/>
                    <a:p>
                      <a:pPr algn="r" rtl="1"/>
                      <a:r>
                        <a:rPr lang="en-IN" dirty="0" err="1"/>
                        <a:t>میانگین</a:t>
                      </a:r>
                      <a:r>
                        <a:rPr lang="en-IN" dirty="0"/>
                        <a:t> </a:t>
                      </a:r>
                      <a:r>
                        <a:rPr lang="en-IN" dirty="0" err="1"/>
                        <a:t>قدرمطلق</a:t>
                      </a:r>
                      <a:r>
                        <a:rPr lang="en-IN" dirty="0"/>
                        <a:t> </a:t>
                      </a:r>
                      <a:r>
                        <a:rPr lang="en-IN" dirty="0" err="1"/>
                        <a:t>خطا</a:t>
                      </a:r>
                      <a:r>
                        <a:rPr lang="en-IN" dirty="0"/>
                        <a:t> – </a:t>
                      </a:r>
                      <a:r>
                        <a:rPr lang="en-IN" dirty="0" err="1"/>
                        <a:t>مقیاس</a:t>
                      </a:r>
                      <a:r>
                        <a:rPr lang="en-IN" dirty="0"/>
                        <a:t> </a:t>
                      </a:r>
                      <a:r>
                        <a:rPr lang="en-IN" dirty="0" err="1"/>
                        <a:t>دلاری</a:t>
                      </a:r>
                      <a:endParaRPr lang="en-IN" dirty="0"/>
                    </a:p>
                  </a:txBody>
                  <a:tcPr/>
                </a:tc>
                <a:extLst>
                  <a:ext uri="{0D108BD9-81ED-4DB2-BD59-A6C34878D82A}">
                    <a16:rowId xmlns:a16="http://schemas.microsoft.com/office/drawing/2014/main" val="3478683068"/>
                  </a:ext>
                </a:extLst>
              </a:tr>
              <a:tr h="710522">
                <a:tc>
                  <a:txBody>
                    <a:bodyPr/>
                    <a:lstStyle/>
                    <a:p>
                      <a:r>
                        <a:rPr lang="en-CA" sz="2800" dirty="0"/>
                        <a:t>MAPE</a:t>
                      </a:r>
                      <a:endParaRPr lang="en-IN" sz="2800" dirty="0"/>
                    </a:p>
                  </a:txBody>
                  <a:tcPr/>
                </a:tc>
                <a:tc>
                  <a:txBody>
                    <a:bodyPr/>
                    <a:lstStyle/>
                    <a:p>
                      <a:r>
                        <a:rPr lang="en-IN" dirty="0"/>
                        <a:t>Mean Absolute Percentage Error</a:t>
                      </a:r>
                    </a:p>
                  </a:txBody>
                  <a:tcPr/>
                </a:tc>
                <a:tc>
                  <a:txBody>
                    <a:bodyPr/>
                    <a:lstStyle/>
                    <a:p>
                      <a:r>
                        <a:rPr lang="en-IN" dirty="0" err="1"/>
                        <a:t>درصد</a:t>
                      </a:r>
                      <a:r>
                        <a:rPr lang="en-IN" dirty="0"/>
                        <a:t> </a:t>
                      </a:r>
                      <a:r>
                        <a:rPr lang="en-IN" dirty="0" err="1"/>
                        <a:t>خطا</a:t>
                      </a:r>
                      <a:r>
                        <a:rPr lang="en-IN" dirty="0"/>
                        <a:t> – </a:t>
                      </a:r>
                      <a:r>
                        <a:rPr lang="en-IN" dirty="0" err="1"/>
                        <a:t>قابلیت</a:t>
                      </a:r>
                      <a:r>
                        <a:rPr lang="en-IN" dirty="0"/>
                        <a:t> </a:t>
                      </a:r>
                      <a:r>
                        <a:rPr lang="en-IN" dirty="0" err="1"/>
                        <a:t>فهم</a:t>
                      </a:r>
                      <a:r>
                        <a:rPr lang="en-IN" dirty="0"/>
                        <a:t> </a:t>
                      </a:r>
                      <a:r>
                        <a:rPr lang="en-IN" dirty="0" err="1"/>
                        <a:t>بالا</a:t>
                      </a:r>
                      <a:r>
                        <a:rPr lang="en-IN" dirty="0"/>
                        <a:t> </a:t>
                      </a:r>
                      <a:r>
                        <a:rPr lang="en-IN" dirty="0" err="1"/>
                        <a:t>برای</a:t>
                      </a:r>
                      <a:r>
                        <a:rPr lang="en-IN" dirty="0"/>
                        <a:t> </a:t>
                      </a:r>
                      <a:r>
                        <a:rPr lang="en-IN" dirty="0" err="1"/>
                        <a:t>عموم</a:t>
                      </a:r>
                      <a:endParaRPr lang="en-IN" dirty="0"/>
                    </a:p>
                  </a:txBody>
                  <a:tcPr/>
                </a:tc>
                <a:extLst>
                  <a:ext uri="{0D108BD9-81ED-4DB2-BD59-A6C34878D82A}">
                    <a16:rowId xmlns:a16="http://schemas.microsoft.com/office/drawing/2014/main" val="2199827809"/>
                  </a:ext>
                </a:extLst>
              </a:tr>
            </a:tbl>
          </a:graphicData>
        </a:graphic>
      </p:graphicFrame>
    </p:spTree>
    <p:extLst>
      <p:ext uri="{BB962C8B-B14F-4D97-AF65-F5344CB8AC3E}">
        <p14:creationId xmlns:p14="http://schemas.microsoft.com/office/powerpoint/2010/main" val="1623412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AA437-5ABF-0641-6404-C01188B502E5}"/>
              </a:ext>
            </a:extLst>
          </p:cNvPr>
          <p:cNvSpPr>
            <a:spLocks noGrp="1"/>
          </p:cNvSpPr>
          <p:nvPr>
            <p:ph type="title"/>
          </p:nvPr>
        </p:nvSpPr>
        <p:spPr>
          <a:xfrm>
            <a:off x="274319" y="-396814"/>
            <a:ext cx="11026003" cy="5952225"/>
          </a:xfrm>
        </p:spPr>
        <p:txBody>
          <a:bodyPr>
            <a:normAutofit/>
          </a:bodyPr>
          <a:lstStyle/>
          <a:p>
            <a:pPr algn="r" rtl="1"/>
            <a:r>
              <a:rPr lang="en-IN" sz="3600" b="1" dirty="0" err="1"/>
              <a:t>دو</a:t>
            </a:r>
            <a:r>
              <a:rPr lang="en-IN" sz="3600" b="1" dirty="0"/>
              <a:t> </a:t>
            </a:r>
            <a:r>
              <a:rPr lang="en-IN" sz="3600" b="1" dirty="0" err="1"/>
              <a:t>سناریو</a:t>
            </a:r>
            <a:r>
              <a:rPr lang="en-IN" sz="3600" b="1" dirty="0"/>
              <a:t>، </a:t>
            </a:r>
            <a:r>
              <a:rPr lang="en-IN" sz="3600" b="1" dirty="0" err="1"/>
              <a:t>یک</a:t>
            </a:r>
            <a:r>
              <a:rPr lang="en-IN" sz="3600" b="1" dirty="0"/>
              <a:t> </a:t>
            </a:r>
            <a:r>
              <a:rPr lang="en-IN" sz="3600" b="1" dirty="0" err="1"/>
              <a:t>مدل</a:t>
            </a:r>
            <a:br>
              <a:rPr lang="fa-IR" sz="3600" b="1" dirty="0"/>
            </a:br>
            <a:br>
              <a:rPr lang="fa-IR" sz="3600" b="1" dirty="0"/>
            </a:br>
            <a:br>
              <a:rPr lang="en-IN" sz="3600" dirty="0"/>
            </a:br>
            <a:br>
              <a:rPr lang="en-IN" sz="3600" dirty="0"/>
            </a:br>
            <a:r>
              <a:rPr lang="en-IN" sz="2800" b="1" dirty="0" err="1"/>
              <a:t>سناریوی</a:t>
            </a:r>
            <a:r>
              <a:rPr lang="en-IN" sz="2800" b="1" dirty="0"/>
              <a:t> </a:t>
            </a:r>
            <a:r>
              <a:rPr lang="en-IN" sz="2800" b="1" dirty="0" err="1"/>
              <a:t>اول</a:t>
            </a:r>
            <a:r>
              <a:rPr lang="en-IN" sz="2800" b="1" dirty="0"/>
              <a:t> )</a:t>
            </a:r>
            <a:r>
              <a:rPr lang="en-IN" sz="2800" b="1" dirty="0" err="1"/>
              <a:t>داده</a:t>
            </a:r>
            <a:r>
              <a:rPr lang="en-IN" sz="2800" b="1" dirty="0"/>
              <a:t> </a:t>
            </a:r>
            <a:r>
              <a:rPr lang="en-IN" sz="2800" b="1" dirty="0" err="1"/>
              <a:t>کثیف</a:t>
            </a:r>
            <a:r>
              <a:rPr lang="en-IN" sz="2800" b="1" dirty="0"/>
              <a:t>):</a:t>
            </a:r>
            <a:r>
              <a:rPr lang="en-IN" sz="2800" dirty="0"/>
              <a:t> (</a:t>
            </a:r>
            <a:r>
              <a:rPr lang="en-IN" sz="2800" dirty="0" err="1"/>
              <a:t>هر</a:t>
            </a:r>
            <a:r>
              <a:rPr lang="en-IN" sz="2800" dirty="0"/>
              <a:t> </a:t>
            </a:r>
            <a:r>
              <a:rPr lang="en-IN" sz="2800" dirty="0" err="1"/>
              <a:t>سه</a:t>
            </a:r>
            <a:r>
              <a:rPr lang="en-IN" sz="2800" dirty="0"/>
              <a:t> </a:t>
            </a:r>
            <a:r>
              <a:rPr lang="en-IN" sz="2800" dirty="0" err="1"/>
              <a:t>مدل</a:t>
            </a:r>
            <a:r>
              <a:rPr lang="en-IN" sz="2800" dirty="0"/>
              <a:t> </a:t>
            </a:r>
            <a:r>
              <a:rPr lang="en-IN" sz="2800" dirty="0" err="1"/>
              <a:t>با</a:t>
            </a:r>
            <a:r>
              <a:rPr lang="en-IN" sz="2800" dirty="0"/>
              <a:t> </a:t>
            </a:r>
            <a:r>
              <a:rPr lang="en-IN" sz="2800" dirty="0" err="1"/>
              <a:t>کل</a:t>
            </a:r>
            <a:r>
              <a:rPr lang="en-IN" sz="2800" dirty="0"/>
              <a:t> ۱۶۸ </a:t>
            </a:r>
            <a:r>
              <a:rPr lang="en-IN" sz="2800" dirty="0" err="1"/>
              <a:t>کندل</a:t>
            </a:r>
            <a:r>
              <a:rPr lang="en-IN" sz="2800" dirty="0"/>
              <a:t> (</a:t>
            </a:r>
            <a:r>
              <a:rPr lang="en-IN" sz="2800" dirty="0" err="1"/>
              <a:t>شامل</a:t>
            </a:r>
            <a:r>
              <a:rPr lang="en-IN" sz="2800" dirty="0"/>
              <a:t> </a:t>
            </a:r>
            <a:r>
              <a:rPr lang="en-IN" sz="2800" dirty="0" err="1"/>
              <a:t>نقاط</a:t>
            </a:r>
            <a:r>
              <a:rPr lang="en-IN" sz="2800" dirty="0"/>
              <a:t> </a:t>
            </a:r>
            <a:r>
              <a:rPr lang="en-IN" sz="2800" dirty="0" err="1"/>
              <a:t>پرت</a:t>
            </a:r>
            <a:r>
              <a:rPr lang="en-IN" sz="2800" dirty="0"/>
              <a:t> </a:t>
            </a:r>
            <a:r>
              <a:rPr lang="en-IN" sz="2800" dirty="0" err="1"/>
              <a:t>آموزش</a:t>
            </a:r>
            <a:r>
              <a:rPr lang="en-IN" sz="2800" dirty="0"/>
              <a:t> </a:t>
            </a:r>
            <a:r>
              <a:rPr lang="en-IN" sz="2800" dirty="0" err="1"/>
              <a:t>دیدند</a:t>
            </a:r>
            <a:r>
              <a:rPr lang="en-IN" sz="2800" dirty="0"/>
              <a:t>.</a:t>
            </a:r>
            <a:br>
              <a:rPr lang="fa-IR" sz="2800" dirty="0"/>
            </a:br>
            <a:br>
              <a:rPr lang="en-IN" sz="2800" dirty="0"/>
            </a:br>
            <a:r>
              <a:rPr lang="en-IN" sz="2800" b="1" dirty="0" err="1"/>
              <a:t>سناریوی</a:t>
            </a:r>
            <a:r>
              <a:rPr lang="en-IN" sz="2800" b="1" dirty="0"/>
              <a:t> </a:t>
            </a:r>
            <a:r>
              <a:rPr lang="en-IN" sz="2800" b="1" dirty="0" err="1"/>
              <a:t>دوم</a:t>
            </a:r>
            <a:r>
              <a:rPr lang="en-IN" sz="2800" b="1" dirty="0"/>
              <a:t> )</a:t>
            </a:r>
            <a:r>
              <a:rPr lang="en-IN" sz="2800" b="1" dirty="0" err="1"/>
              <a:t>داده</a:t>
            </a:r>
            <a:r>
              <a:rPr lang="en-IN" sz="2800" b="1" dirty="0"/>
              <a:t> </a:t>
            </a:r>
            <a:r>
              <a:rPr lang="en-IN" sz="2800" b="1" dirty="0" err="1"/>
              <a:t>تمیز</a:t>
            </a:r>
            <a:r>
              <a:rPr lang="fa-IR" sz="2800" b="1" dirty="0"/>
              <a:t>)</a:t>
            </a:r>
            <a:r>
              <a:rPr lang="en-IN" sz="2800" b="1" dirty="0"/>
              <a:t>):</a:t>
            </a:r>
            <a:r>
              <a:rPr lang="en-IN" sz="2800" dirty="0"/>
              <a:t> </a:t>
            </a:r>
            <a:r>
              <a:rPr lang="en-IN" sz="2800" dirty="0" err="1"/>
              <a:t>همان</a:t>
            </a:r>
            <a:r>
              <a:rPr lang="en-IN" sz="2800" dirty="0"/>
              <a:t> </a:t>
            </a:r>
            <a:r>
              <a:rPr lang="en-IN" sz="2800" dirty="0" err="1"/>
              <a:t>مدل‌ها</a:t>
            </a:r>
            <a:r>
              <a:rPr lang="en-IN" sz="2800" dirty="0"/>
              <a:t> </a:t>
            </a:r>
            <a:r>
              <a:rPr lang="en-IN" sz="2800" dirty="0" err="1"/>
              <a:t>با</a:t>
            </a:r>
            <a:r>
              <a:rPr lang="en-IN" sz="2800" dirty="0"/>
              <a:t> ۱۶۵ </a:t>
            </a:r>
            <a:r>
              <a:rPr lang="en-IN" sz="2800" dirty="0" err="1"/>
              <a:t>کندل</a:t>
            </a:r>
            <a:r>
              <a:rPr lang="en-IN" sz="2800" dirty="0"/>
              <a:t> (</a:t>
            </a:r>
            <a:r>
              <a:rPr lang="en-IN" sz="2800" dirty="0" err="1"/>
              <a:t>پس</a:t>
            </a:r>
            <a:r>
              <a:rPr lang="en-IN" sz="2800" dirty="0"/>
              <a:t> </a:t>
            </a:r>
            <a:r>
              <a:rPr lang="en-IN" sz="2800" dirty="0" err="1"/>
              <a:t>از</a:t>
            </a:r>
            <a:r>
              <a:rPr lang="en-IN" sz="2800" dirty="0"/>
              <a:t> </a:t>
            </a:r>
            <a:r>
              <a:rPr lang="en-IN" sz="2800" dirty="0" err="1"/>
              <a:t>حذف</a:t>
            </a:r>
            <a:r>
              <a:rPr lang="en-IN" sz="2800" dirty="0"/>
              <a:t> ۳ </a:t>
            </a:r>
            <a:r>
              <a:rPr lang="en-IN" sz="2800" dirty="0" err="1"/>
              <a:t>نقطهٔ</a:t>
            </a:r>
            <a:r>
              <a:rPr lang="en-IN" sz="2800" dirty="0"/>
              <a:t> </a:t>
            </a:r>
            <a:r>
              <a:rPr lang="en-IN" sz="2800" dirty="0" err="1"/>
              <a:t>پرت</a:t>
            </a:r>
            <a:r>
              <a:rPr lang="en-IN" sz="2800" dirty="0"/>
              <a:t> </a:t>
            </a:r>
            <a:r>
              <a:rPr lang="en-IN" sz="2800" dirty="0" err="1"/>
              <a:t>آموزش</a:t>
            </a:r>
            <a:r>
              <a:rPr lang="en-IN" sz="2800" dirty="0"/>
              <a:t> </a:t>
            </a:r>
            <a:r>
              <a:rPr lang="en-IN" sz="2800" dirty="0" err="1"/>
              <a:t>دیدند</a:t>
            </a:r>
            <a:r>
              <a:rPr lang="en-IN" sz="2800" dirty="0"/>
              <a:t>.</a:t>
            </a:r>
            <a:br>
              <a:rPr lang="fa-IR" sz="2800" dirty="0"/>
            </a:br>
            <a:br>
              <a:rPr lang="en-IN" sz="2800" dirty="0"/>
            </a:br>
            <a:r>
              <a:rPr lang="en-IN" sz="2800" dirty="0" err="1"/>
              <a:t>معماری</a:t>
            </a:r>
            <a:r>
              <a:rPr lang="en-IN" sz="2800" dirty="0"/>
              <a:t> و </a:t>
            </a:r>
            <a:r>
              <a:rPr lang="en-IN" sz="2800" dirty="0" err="1"/>
              <a:t>پارامترهای</a:t>
            </a:r>
            <a:r>
              <a:rPr lang="en-IN" sz="2800" dirty="0"/>
              <a:t> </a:t>
            </a:r>
            <a:r>
              <a:rPr lang="en-IN" sz="2800" dirty="0" err="1"/>
              <a:t>همهٔ</a:t>
            </a:r>
            <a:r>
              <a:rPr lang="en-IN" sz="2800" dirty="0"/>
              <a:t> </a:t>
            </a:r>
            <a:r>
              <a:rPr lang="en-IN" sz="2800" dirty="0" err="1"/>
              <a:t>مدل‌ها</a:t>
            </a:r>
            <a:r>
              <a:rPr lang="en-IN" sz="2800" dirty="0"/>
              <a:t> </a:t>
            </a:r>
            <a:r>
              <a:rPr lang="en-IN" sz="2800" dirty="0" err="1"/>
              <a:t>در</a:t>
            </a:r>
            <a:r>
              <a:rPr lang="en-IN" sz="2800" dirty="0"/>
              <a:t> </a:t>
            </a:r>
            <a:r>
              <a:rPr lang="en-IN" sz="2800" dirty="0" err="1"/>
              <a:t>هر</a:t>
            </a:r>
            <a:r>
              <a:rPr lang="en-IN" sz="2800" dirty="0"/>
              <a:t> </a:t>
            </a:r>
            <a:r>
              <a:rPr lang="en-IN" sz="2800" dirty="0" err="1"/>
              <a:t>دو</a:t>
            </a:r>
            <a:r>
              <a:rPr lang="en-IN" sz="2800" dirty="0"/>
              <a:t> </a:t>
            </a:r>
            <a:r>
              <a:rPr lang="en-IN" sz="2800" dirty="0" err="1"/>
              <a:t>سناریو</a:t>
            </a:r>
            <a:r>
              <a:rPr lang="en-IN" sz="2800" dirty="0"/>
              <a:t> </a:t>
            </a:r>
            <a:r>
              <a:rPr lang="en-IN" sz="2800" dirty="0" err="1"/>
              <a:t>دقیقاً</a:t>
            </a:r>
            <a:r>
              <a:rPr lang="en-IN" sz="2800" dirty="0"/>
              <a:t> </a:t>
            </a:r>
            <a:r>
              <a:rPr lang="en-IN" sz="2800" dirty="0" err="1"/>
              <a:t>یکسان</a:t>
            </a:r>
            <a:r>
              <a:rPr lang="en-IN" sz="2800" dirty="0"/>
              <a:t> </a:t>
            </a:r>
            <a:r>
              <a:rPr lang="en-IN" sz="2800" dirty="0" err="1"/>
              <a:t>بود</a:t>
            </a:r>
            <a:r>
              <a:rPr lang="en-IN" sz="2800" dirty="0"/>
              <a:t>.</a:t>
            </a:r>
            <a:br>
              <a:rPr lang="en-IN" sz="2800" dirty="0"/>
            </a:br>
            <a:r>
              <a:rPr lang="en-IN" sz="2800" dirty="0" err="1"/>
              <a:t>پیش‌بینی</a:t>
            </a:r>
            <a:r>
              <a:rPr lang="en-IN" sz="2800" dirty="0"/>
              <a:t> </a:t>
            </a:r>
            <a:r>
              <a:rPr lang="en-IN" sz="2800" dirty="0" err="1"/>
              <a:t>برای</a:t>
            </a:r>
            <a:r>
              <a:rPr lang="en-IN" sz="2800" dirty="0"/>
              <a:t> </a:t>
            </a:r>
            <a:r>
              <a:rPr lang="en-IN" sz="2800" dirty="0" err="1"/>
              <a:t>هفتهٔ</a:t>
            </a:r>
            <a:r>
              <a:rPr lang="en-IN" sz="2800" dirty="0"/>
              <a:t> </a:t>
            </a:r>
            <a:r>
              <a:rPr lang="en-IN" sz="2800" dirty="0" err="1"/>
              <a:t>بعد</a:t>
            </a:r>
            <a:r>
              <a:rPr lang="en-IN" sz="2800" dirty="0"/>
              <a:t> ,۸ </a:t>
            </a:r>
            <a:r>
              <a:rPr lang="en-IN" sz="2800" dirty="0" err="1"/>
              <a:t>تا</a:t>
            </a:r>
            <a:r>
              <a:rPr lang="en-IN" sz="2800" dirty="0"/>
              <a:t> ۱۴ </a:t>
            </a:r>
            <a:r>
              <a:rPr lang="en-IN" sz="2800" dirty="0" err="1"/>
              <a:t>آگوست</a:t>
            </a:r>
            <a:r>
              <a:rPr lang="en-IN" sz="2800" dirty="0"/>
              <a:t> </a:t>
            </a:r>
            <a:r>
              <a:rPr lang="en-IN" sz="2800" dirty="0" err="1"/>
              <a:t>انجام</a:t>
            </a:r>
            <a:r>
              <a:rPr lang="en-IN" sz="2800" dirty="0"/>
              <a:t> </a:t>
            </a:r>
            <a:r>
              <a:rPr lang="en-IN" sz="2800" dirty="0" err="1"/>
              <a:t>شد</a:t>
            </a:r>
            <a:r>
              <a:rPr lang="en-IN" sz="2800" dirty="0"/>
              <a:t>.</a:t>
            </a:r>
            <a:br>
              <a:rPr lang="en-IN" sz="2800" dirty="0"/>
            </a:br>
            <a:endParaRPr lang="en-IN" sz="2800" dirty="0"/>
          </a:p>
        </p:txBody>
      </p:sp>
      <p:sp>
        <p:nvSpPr>
          <p:cNvPr id="5" name="Slide Number Placeholder 4">
            <a:extLst>
              <a:ext uri="{FF2B5EF4-FFF2-40B4-BE49-F238E27FC236}">
                <a16:creationId xmlns:a16="http://schemas.microsoft.com/office/drawing/2014/main" id="{BF8C83F6-12B8-8542-23BA-73B01F9DF527}"/>
              </a:ext>
            </a:extLst>
          </p:cNvPr>
          <p:cNvSpPr>
            <a:spLocks noGrp="1"/>
          </p:cNvSpPr>
          <p:nvPr>
            <p:ph type="sldNum" sz="quarter" idx="12"/>
          </p:nvPr>
        </p:nvSpPr>
        <p:spPr>
          <a:xfrm>
            <a:off x="10558733" y="5934974"/>
            <a:ext cx="1347066" cy="923026"/>
          </a:xfrm>
        </p:spPr>
        <p:txBody>
          <a:bodyPr/>
          <a:lstStyle/>
          <a:p>
            <a:pPr algn="ctr"/>
            <a:fld id="{5E0677F5-4A8A-4BF1-96BE-3BAE8FBAFE2E}" type="slidenum">
              <a:rPr lang="en-US" sz="1800" smtClean="0"/>
              <a:pPr algn="ctr"/>
              <a:t>10</a:t>
            </a:fld>
            <a:r>
              <a:rPr lang="en-US" sz="1800" dirty="0"/>
              <a:t>/15</a:t>
            </a:r>
          </a:p>
        </p:txBody>
      </p:sp>
      <p:pic>
        <p:nvPicPr>
          <p:cNvPr id="6" name="Picture 5">
            <a:extLst>
              <a:ext uri="{FF2B5EF4-FFF2-40B4-BE49-F238E27FC236}">
                <a16:creationId xmlns:a16="http://schemas.microsoft.com/office/drawing/2014/main" id="{7E698290-CC6B-09C7-8AEC-09766BE74B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spTree>
    <p:extLst>
      <p:ext uri="{BB962C8B-B14F-4D97-AF65-F5344CB8AC3E}">
        <p14:creationId xmlns:p14="http://schemas.microsoft.com/office/powerpoint/2010/main" val="29267298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9FE7DED-A571-21C0-6DAC-71491D8E144D}"/>
              </a:ext>
            </a:extLst>
          </p:cNvPr>
          <p:cNvSpPr>
            <a:spLocks noGrp="1"/>
          </p:cNvSpPr>
          <p:nvPr>
            <p:ph type="sldNum" sz="quarter" idx="12"/>
          </p:nvPr>
        </p:nvSpPr>
        <p:spPr>
          <a:xfrm>
            <a:off x="10196423" y="5804114"/>
            <a:ext cx="1709375" cy="1053885"/>
          </a:xfrm>
        </p:spPr>
        <p:txBody>
          <a:bodyPr/>
          <a:lstStyle/>
          <a:p>
            <a:fld id="{5E0677F5-4A8A-4BF1-96BE-3BAE8FBAFE2E}" type="slidenum">
              <a:rPr lang="en-US" sz="1800" smtClean="0"/>
              <a:pPr/>
              <a:t>11</a:t>
            </a:fld>
            <a:r>
              <a:rPr lang="en-US" sz="1800" dirty="0"/>
              <a:t>/15</a:t>
            </a:r>
          </a:p>
        </p:txBody>
      </p:sp>
      <p:pic>
        <p:nvPicPr>
          <p:cNvPr id="6" name="Picture 5">
            <a:extLst>
              <a:ext uri="{FF2B5EF4-FFF2-40B4-BE49-F238E27FC236}">
                <a16:creationId xmlns:a16="http://schemas.microsoft.com/office/drawing/2014/main" id="{4529973C-D691-11FC-4107-1C2A361077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pic>
        <p:nvPicPr>
          <p:cNvPr id="8" name="Picture 7">
            <a:extLst>
              <a:ext uri="{FF2B5EF4-FFF2-40B4-BE49-F238E27FC236}">
                <a16:creationId xmlns:a16="http://schemas.microsoft.com/office/drawing/2014/main" id="{ED655293-DCF6-41F5-B1EB-B4872FDB1D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02506" y="0"/>
            <a:ext cx="7986988" cy="6858000"/>
          </a:xfrm>
          <a:prstGeom prst="rect">
            <a:avLst/>
          </a:prstGeom>
        </p:spPr>
      </p:pic>
    </p:spTree>
    <p:extLst>
      <p:ext uri="{BB962C8B-B14F-4D97-AF65-F5344CB8AC3E}">
        <p14:creationId xmlns:p14="http://schemas.microsoft.com/office/powerpoint/2010/main" val="2583692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7CDB0584-8762-F086-558F-0B2A90F62B8A}"/>
              </a:ext>
            </a:extLst>
          </p:cNvPr>
          <p:cNvSpPr>
            <a:spLocks noGrp="1"/>
          </p:cNvSpPr>
          <p:nvPr>
            <p:ph type="sldNum" sz="quarter" idx="12"/>
          </p:nvPr>
        </p:nvSpPr>
        <p:spPr>
          <a:xfrm>
            <a:off x="10644997" y="6072996"/>
            <a:ext cx="1260802" cy="785004"/>
          </a:xfrm>
        </p:spPr>
        <p:txBody>
          <a:bodyPr/>
          <a:lstStyle/>
          <a:p>
            <a:fld id="{5E0677F5-4A8A-4BF1-96BE-3BAE8FBAFE2E}" type="slidenum">
              <a:rPr lang="en-US" sz="1800" smtClean="0"/>
              <a:pPr/>
              <a:t>12</a:t>
            </a:fld>
            <a:r>
              <a:rPr lang="en-US" sz="1800" dirty="0"/>
              <a:t>/15</a:t>
            </a:r>
          </a:p>
        </p:txBody>
      </p:sp>
      <p:pic>
        <p:nvPicPr>
          <p:cNvPr id="6" name="Picture 5">
            <a:extLst>
              <a:ext uri="{FF2B5EF4-FFF2-40B4-BE49-F238E27FC236}">
                <a16:creationId xmlns:a16="http://schemas.microsoft.com/office/drawing/2014/main" id="{2EB9F263-3EF7-003D-CDCC-26B44A1CF0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pic>
        <p:nvPicPr>
          <p:cNvPr id="8" name="Picture 7">
            <a:extLst>
              <a:ext uri="{FF2B5EF4-FFF2-40B4-BE49-F238E27FC236}">
                <a16:creationId xmlns:a16="http://schemas.microsoft.com/office/drawing/2014/main" id="{B74BCB07-972B-4EA0-AF8C-B4D8EEA2AF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3481" y="759124"/>
            <a:ext cx="10161917" cy="4786198"/>
          </a:xfrm>
          <a:prstGeom prst="rect">
            <a:avLst/>
          </a:prstGeom>
        </p:spPr>
      </p:pic>
    </p:spTree>
    <p:extLst>
      <p:ext uri="{BB962C8B-B14F-4D97-AF65-F5344CB8AC3E}">
        <p14:creationId xmlns:p14="http://schemas.microsoft.com/office/powerpoint/2010/main" val="27535423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8393E2E-0D8F-874C-79E4-2E38D851EBA4}"/>
              </a:ext>
            </a:extLst>
          </p:cNvPr>
          <p:cNvSpPr>
            <a:spLocks noGrp="1"/>
          </p:cNvSpPr>
          <p:nvPr>
            <p:ph type="sldNum" sz="quarter" idx="12"/>
          </p:nvPr>
        </p:nvSpPr>
        <p:spPr>
          <a:xfrm>
            <a:off x="10131769" y="5804114"/>
            <a:ext cx="1774029" cy="1053885"/>
          </a:xfrm>
        </p:spPr>
        <p:txBody>
          <a:bodyPr/>
          <a:lstStyle/>
          <a:p>
            <a:r>
              <a:rPr lang="fa-IR" sz="1800" dirty="0"/>
              <a:t>13/15</a:t>
            </a:r>
            <a:endParaRPr lang="en-US" sz="1800" dirty="0"/>
          </a:p>
        </p:txBody>
      </p:sp>
      <p:sp>
        <p:nvSpPr>
          <p:cNvPr id="6" name="Rectangle 1">
            <a:extLst>
              <a:ext uri="{FF2B5EF4-FFF2-40B4-BE49-F238E27FC236}">
                <a16:creationId xmlns:a16="http://schemas.microsoft.com/office/drawing/2014/main" id="{9D34D411-165E-1B2E-817F-E154EE5A54F0}"/>
              </a:ext>
            </a:extLst>
          </p:cNvPr>
          <p:cNvSpPr>
            <a:spLocks noGrp="1" noChangeArrowheads="1"/>
          </p:cNvSpPr>
          <p:nvPr>
            <p:ph type="title"/>
          </p:nvPr>
        </p:nvSpPr>
        <p:spPr bwMode="auto">
          <a:xfrm>
            <a:off x="690112" y="2456599"/>
            <a:ext cx="11501887" cy="27607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r" rtl="1"/>
            <a:r>
              <a:rPr lang="fa-IR" sz="3600" b="1" dirty="0"/>
              <a:t>نتیجه</a:t>
            </a:r>
            <a:r>
              <a:rPr lang="fa-IR" sz="1800" b="1" dirty="0"/>
              <a:t> </a:t>
            </a:r>
            <a:r>
              <a:rPr lang="fa-IR" sz="3600" b="1" dirty="0"/>
              <a:t>گیری</a:t>
            </a:r>
            <a:r>
              <a:rPr lang="en-IN" sz="1800" b="1" dirty="0"/>
              <a:t>:</a:t>
            </a:r>
            <a:br>
              <a:rPr lang="fa-IR" sz="1800" b="1" dirty="0"/>
            </a:br>
            <a:br>
              <a:rPr lang="en-IN" sz="2800" dirty="0"/>
            </a:br>
            <a:r>
              <a:rPr lang="en-IN" sz="2800" dirty="0"/>
              <a:t>۱. </a:t>
            </a:r>
            <a:r>
              <a:rPr lang="en-IN" sz="2800" dirty="0" err="1"/>
              <a:t>داده‌های</a:t>
            </a:r>
            <a:r>
              <a:rPr lang="en-IN" sz="2800" dirty="0"/>
              <a:t> </a:t>
            </a:r>
            <a:r>
              <a:rPr lang="en-IN" sz="2800" dirty="0" err="1"/>
              <a:t>پرت</a:t>
            </a:r>
            <a:r>
              <a:rPr lang="en-IN" sz="2800" dirty="0"/>
              <a:t> </a:t>
            </a:r>
            <a:r>
              <a:rPr lang="en-IN" sz="2800" dirty="0" err="1"/>
              <a:t>می‌توانند</a:t>
            </a:r>
            <a:r>
              <a:rPr lang="en-IN" sz="2800" dirty="0"/>
              <a:t> </a:t>
            </a:r>
            <a:r>
              <a:rPr lang="en-IN" sz="2800" dirty="0" err="1"/>
              <a:t>بهترین</a:t>
            </a:r>
            <a:r>
              <a:rPr lang="en-IN" sz="2800" dirty="0"/>
              <a:t> </a:t>
            </a:r>
            <a:r>
              <a:rPr lang="en-IN" sz="2800" dirty="0" err="1"/>
              <a:t>مدل‌ها</a:t>
            </a:r>
            <a:r>
              <a:rPr lang="en-IN" sz="2800" dirty="0"/>
              <a:t> </a:t>
            </a:r>
            <a:r>
              <a:rPr lang="en-IN" sz="2800" dirty="0" err="1"/>
              <a:t>را</a:t>
            </a:r>
            <a:r>
              <a:rPr lang="en-IN" sz="2800" dirty="0"/>
              <a:t> </a:t>
            </a:r>
            <a:r>
              <a:rPr lang="en-IN" sz="2800" dirty="0" err="1"/>
              <a:t>فلج</a:t>
            </a:r>
            <a:r>
              <a:rPr lang="en-IN" sz="2800" dirty="0"/>
              <a:t> </a:t>
            </a:r>
            <a:r>
              <a:rPr lang="en-IN" sz="2800" dirty="0" err="1"/>
              <a:t>کنند</a:t>
            </a:r>
            <a:r>
              <a:rPr lang="en-IN" sz="2800" dirty="0"/>
              <a:t>.</a:t>
            </a:r>
            <a:br>
              <a:rPr lang="fa-IR" sz="2800" dirty="0"/>
            </a:br>
            <a:br>
              <a:rPr lang="en-IN" sz="2800" dirty="0"/>
            </a:br>
            <a:r>
              <a:rPr lang="en-IN" sz="2800" dirty="0"/>
              <a:t>۲. </a:t>
            </a:r>
            <a:r>
              <a:rPr lang="en-IN" sz="2800" dirty="0" err="1"/>
              <a:t>یک</a:t>
            </a:r>
            <a:r>
              <a:rPr lang="en-IN" sz="2800" dirty="0"/>
              <a:t> </a:t>
            </a:r>
            <a:r>
              <a:rPr lang="en-IN" sz="2800" dirty="0" err="1"/>
              <a:t>روش</a:t>
            </a:r>
            <a:r>
              <a:rPr lang="en-IN" sz="2800" dirty="0"/>
              <a:t> </a:t>
            </a:r>
            <a:r>
              <a:rPr lang="en-IN" sz="2800" dirty="0" err="1"/>
              <a:t>آماری</a:t>
            </a:r>
            <a:r>
              <a:rPr lang="en-IN" sz="2800" dirty="0"/>
              <a:t> </a:t>
            </a:r>
            <a:r>
              <a:rPr lang="en-IN" sz="2800" dirty="0" err="1"/>
              <a:t>ساده</a:t>
            </a:r>
            <a:r>
              <a:rPr lang="en-IN" sz="2800" dirty="0"/>
              <a:t> (Z-Score) </a:t>
            </a:r>
            <a:r>
              <a:rPr lang="en-IN" sz="2800" dirty="0" err="1"/>
              <a:t>توانست</a:t>
            </a:r>
            <a:r>
              <a:rPr lang="en-IN" sz="2800" dirty="0"/>
              <a:t> </a:t>
            </a:r>
            <a:r>
              <a:rPr lang="en-IN" sz="2800" dirty="0" err="1"/>
              <a:t>خطای</a:t>
            </a:r>
            <a:r>
              <a:rPr lang="en-IN" sz="2800" dirty="0"/>
              <a:t> </a:t>
            </a:r>
            <a:r>
              <a:rPr lang="en-IN" sz="2800" dirty="0" err="1"/>
              <a:t>پیش‌بینی</a:t>
            </a:r>
            <a:r>
              <a:rPr lang="en-IN" sz="2800" dirty="0"/>
              <a:t> </a:t>
            </a:r>
            <a:r>
              <a:rPr lang="en-IN" sz="2800" dirty="0" err="1"/>
              <a:t>را</a:t>
            </a:r>
            <a:r>
              <a:rPr lang="en-IN" sz="2800" dirty="0"/>
              <a:t> </a:t>
            </a:r>
            <a:r>
              <a:rPr lang="en-IN" sz="2800" dirty="0" err="1"/>
              <a:t>تا</a:t>
            </a:r>
            <a:r>
              <a:rPr lang="en-IN" sz="2800" dirty="0"/>
              <a:t> </a:t>
            </a:r>
            <a:r>
              <a:rPr lang="en-IN" sz="2800" dirty="0" err="1"/>
              <a:t>بیش</a:t>
            </a:r>
            <a:r>
              <a:rPr lang="en-IN" sz="2800" dirty="0"/>
              <a:t> </a:t>
            </a:r>
            <a:r>
              <a:rPr lang="en-IN" sz="2800" dirty="0" err="1"/>
              <a:t>از</a:t>
            </a:r>
            <a:r>
              <a:rPr lang="en-IN" sz="2800" dirty="0"/>
              <a:t> ۸۰٪ </a:t>
            </a:r>
            <a:r>
              <a:rPr lang="en-IN" sz="2800" dirty="0" err="1"/>
              <a:t>کاهش</a:t>
            </a:r>
            <a:r>
              <a:rPr lang="en-IN" sz="2800" dirty="0"/>
              <a:t> </a:t>
            </a:r>
            <a:r>
              <a:rPr lang="en-IN" sz="2800" dirty="0" err="1"/>
              <a:t>دهد</a:t>
            </a:r>
            <a:r>
              <a:rPr lang="en-IN" sz="2800" dirty="0"/>
              <a:t>.</a:t>
            </a:r>
            <a:br>
              <a:rPr lang="fa-IR" sz="2800" dirty="0"/>
            </a:br>
            <a:br>
              <a:rPr lang="en-IN" sz="2800" dirty="0"/>
            </a:br>
            <a:r>
              <a:rPr lang="en-IN" sz="2800" dirty="0"/>
              <a:t>۳. </a:t>
            </a:r>
            <a:r>
              <a:rPr lang="en-IN" sz="2800" dirty="0" err="1"/>
              <a:t>پاک‌سازی</a:t>
            </a:r>
            <a:r>
              <a:rPr lang="en-IN" sz="2800" dirty="0"/>
              <a:t> </a:t>
            </a:r>
            <a:r>
              <a:rPr lang="en-IN" sz="2800" dirty="0" err="1"/>
              <a:t>داده‌ها</a:t>
            </a:r>
            <a:r>
              <a:rPr lang="en-IN" sz="2800" dirty="0"/>
              <a:t> (Data Cleaning) </a:t>
            </a:r>
            <a:r>
              <a:rPr lang="en-IN" sz="2800" dirty="0" err="1"/>
              <a:t>باید</a:t>
            </a:r>
            <a:r>
              <a:rPr lang="en-IN" sz="2800" dirty="0"/>
              <a:t> </a:t>
            </a:r>
            <a:r>
              <a:rPr lang="en-IN" sz="2800" dirty="0" err="1"/>
              <a:t>گام</a:t>
            </a:r>
            <a:r>
              <a:rPr lang="en-IN" sz="2800" dirty="0"/>
              <a:t> </a:t>
            </a:r>
            <a:r>
              <a:rPr lang="en-IN" sz="2800" dirty="0" err="1"/>
              <a:t>اول</a:t>
            </a:r>
            <a:r>
              <a:rPr lang="en-IN" sz="2800" dirty="0"/>
              <a:t> </a:t>
            </a:r>
            <a:r>
              <a:rPr lang="en-IN" sz="2800" dirty="0" err="1"/>
              <a:t>هر</a:t>
            </a:r>
            <a:r>
              <a:rPr lang="en-IN" sz="2800" dirty="0"/>
              <a:t> </a:t>
            </a:r>
            <a:r>
              <a:rPr lang="en-IN" sz="2800" dirty="0" err="1"/>
              <a:t>پروژهٔ</a:t>
            </a:r>
            <a:r>
              <a:rPr lang="en-IN" sz="2800" dirty="0"/>
              <a:t> </a:t>
            </a:r>
            <a:r>
              <a:rPr lang="en-IN" sz="2800" dirty="0" err="1"/>
              <a:t>علم</a:t>
            </a:r>
            <a:r>
              <a:rPr lang="en-IN" sz="2800" dirty="0"/>
              <a:t> </a:t>
            </a:r>
            <a:r>
              <a:rPr lang="en-IN" sz="2800" dirty="0" err="1"/>
              <a:t>داده</a:t>
            </a:r>
            <a:r>
              <a:rPr lang="en-IN" sz="2800" dirty="0"/>
              <a:t> </a:t>
            </a:r>
            <a:r>
              <a:rPr lang="en-IN" sz="2800" dirty="0" err="1"/>
              <a:t>باشد</a:t>
            </a:r>
            <a:r>
              <a:rPr lang="fa-IR" sz="2800" dirty="0"/>
              <a:t>.</a:t>
            </a:r>
            <a:endParaRPr lang="en-IN" sz="2800" dirty="0"/>
          </a:p>
        </p:txBody>
      </p:sp>
      <p:pic>
        <p:nvPicPr>
          <p:cNvPr id="7" name="Picture 6">
            <a:extLst>
              <a:ext uri="{FF2B5EF4-FFF2-40B4-BE49-F238E27FC236}">
                <a16:creationId xmlns:a16="http://schemas.microsoft.com/office/drawing/2014/main" id="{4CC6DADC-5F5F-13E0-072F-55CEAD3C85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spTree>
    <p:extLst>
      <p:ext uri="{BB962C8B-B14F-4D97-AF65-F5344CB8AC3E}">
        <p14:creationId xmlns:p14="http://schemas.microsoft.com/office/powerpoint/2010/main" val="4075366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1024E51-339B-C832-0D37-4B1DF4CE6BF0}"/>
              </a:ext>
            </a:extLst>
          </p:cNvPr>
          <p:cNvSpPr>
            <a:spLocks noGrp="1"/>
          </p:cNvSpPr>
          <p:nvPr>
            <p:ph type="sldNum" sz="quarter" idx="12"/>
          </p:nvPr>
        </p:nvSpPr>
        <p:spPr>
          <a:xfrm>
            <a:off x="10265435" y="5796950"/>
            <a:ext cx="1640364" cy="1061049"/>
          </a:xfrm>
        </p:spPr>
        <p:txBody>
          <a:bodyPr/>
          <a:lstStyle/>
          <a:p>
            <a:fld id="{5E0677F5-4A8A-4BF1-96BE-3BAE8FBAFE2E}" type="slidenum">
              <a:rPr lang="en-US" sz="1800" smtClean="0"/>
              <a:pPr/>
              <a:t>14</a:t>
            </a:fld>
            <a:r>
              <a:rPr lang="fa-IR" sz="1800" dirty="0"/>
              <a:t>15/</a:t>
            </a:r>
            <a:endParaRPr lang="en-US" sz="1800" dirty="0"/>
          </a:p>
        </p:txBody>
      </p:sp>
      <p:sp>
        <p:nvSpPr>
          <p:cNvPr id="6" name="Rectangle 1">
            <a:extLst>
              <a:ext uri="{FF2B5EF4-FFF2-40B4-BE49-F238E27FC236}">
                <a16:creationId xmlns:a16="http://schemas.microsoft.com/office/drawing/2014/main" id="{B4A38619-C301-179D-F62A-8D437547B0FC}"/>
              </a:ext>
            </a:extLst>
          </p:cNvPr>
          <p:cNvSpPr>
            <a:spLocks noGrp="1" noChangeArrowheads="1"/>
          </p:cNvSpPr>
          <p:nvPr>
            <p:ph type="title"/>
          </p:nvPr>
        </p:nvSpPr>
        <p:spPr bwMode="auto">
          <a:xfrm>
            <a:off x="196672" y="2544317"/>
            <a:ext cx="807073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eaLnBrk="0" fontAlgn="base" latinLnBrk="0" hangingPunct="0">
              <a:lnSpc>
                <a:spcPct val="100000"/>
              </a:lnSpc>
              <a:spcBef>
                <a:spcPct val="0"/>
              </a:spcBef>
              <a:spcAft>
                <a:spcPct val="0"/>
              </a:spcAft>
              <a:buClrTx/>
              <a:buSzTx/>
              <a:tabLst/>
            </a:pPr>
            <a:br>
              <a:rPr kumimoji="0" lang="fa-IR" altLang="en-US" sz="1800" b="0" i="0" u="none" strike="noStrike" cap="none" normalizeH="0" baseline="0" dirty="0">
                <a:ln>
                  <a:noFill/>
                </a:ln>
                <a:solidFill>
                  <a:schemeClr val="tx1"/>
                </a:solidFill>
                <a:effectLst/>
                <a:latin typeface="Arial" panose="020B0604020202020204" pitchFamily="34" charset="0"/>
              </a:rPr>
            </a:br>
            <a:br>
              <a:rPr kumimoji="0" lang="fa-IR" altLang="en-US" sz="1800" b="0" i="0" u="none" strike="noStrike" cap="none" normalizeH="0" baseline="0" dirty="0">
                <a:ln>
                  <a:noFill/>
                </a:ln>
                <a:solidFill>
                  <a:schemeClr val="tx1"/>
                </a:solidFill>
                <a:effectLst/>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Binance API Documentation</a:t>
            </a:r>
            <a:br>
              <a:rPr kumimoji="0" lang="fa-IR" altLang="en-US" sz="1800" b="0" i="0" u="none" strike="noStrike" cap="none" normalizeH="0" baseline="0" dirty="0">
                <a:ln>
                  <a:noFill/>
                </a:ln>
                <a:solidFill>
                  <a:schemeClr val="tx1"/>
                </a:solidFill>
                <a:effectLst/>
                <a:latin typeface="Arial" panose="020B0604020202020204" pitchFamily="34"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Chen, T., &amp; </a:t>
            </a:r>
            <a:r>
              <a:rPr kumimoji="0" lang="en-US" altLang="en-US" sz="1800" b="0" i="0" u="none" strike="noStrike" cap="none" normalizeH="0" baseline="0" dirty="0" err="1">
                <a:ln>
                  <a:noFill/>
                </a:ln>
                <a:solidFill>
                  <a:schemeClr val="tx1"/>
                </a:solidFill>
                <a:effectLst/>
                <a:latin typeface="Arial" panose="020B0604020202020204" pitchFamily="34" charset="0"/>
              </a:rPr>
              <a:t>Guestrin</a:t>
            </a:r>
            <a:r>
              <a:rPr kumimoji="0" lang="en-US" altLang="en-US" sz="1800" b="0" i="0" u="none" strike="noStrike" cap="none" normalizeH="0" baseline="0" dirty="0">
                <a:ln>
                  <a:noFill/>
                </a:ln>
                <a:solidFill>
                  <a:schemeClr val="tx1"/>
                </a:solidFill>
                <a:effectLst/>
                <a:latin typeface="Arial" panose="020B0604020202020204" pitchFamily="34" charset="0"/>
              </a:rPr>
              <a:t>, C. (2016). </a:t>
            </a:r>
            <a:r>
              <a:rPr kumimoji="0" lang="en-US" altLang="en-US" sz="1800" b="0" i="0" u="none" strike="noStrike" cap="none" normalizeH="0" baseline="0" dirty="0" err="1">
                <a:ln>
                  <a:noFill/>
                </a:ln>
                <a:solidFill>
                  <a:schemeClr val="tx1"/>
                </a:solidFill>
                <a:effectLst/>
                <a:latin typeface="Arial" panose="020B0604020202020204" pitchFamily="34" charset="0"/>
              </a:rPr>
              <a:t>XGBoost</a:t>
            </a:r>
            <a:r>
              <a:rPr kumimoji="0" lang="en-US" altLang="en-US" sz="1800" b="0" i="0" u="none" strike="noStrike" cap="none" normalizeH="0" baseline="0" dirty="0">
                <a:ln>
                  <a:noFill/>
                </a:ln>
                <a:solidFill>
                  <a:schemeClr val="tx1"/>
                </a:solidFill>
                <a:effectLst/>
                <a:latin typeface="Arial" panose="020B0604020202020204" pitchFamily="34" charset="0"/>
              </a:rPr>
              <a:t>: A Scalable Tree Boosting System.</a:t>
            </a:r>
            <a:br>
              <a:rPr kumimoji="0" lang="fa-IR" altLang="en-US" sz="1800" b="0" i="0" u="none" strike="noStrike" cap="none" normalizeH="0" baseline="0" dirty="0">
                <a:ln>
                  <a:noFill/>
                </a:ln>
                <a:solidFill>
                  <a:schemeClr val="tx1"/>
                </a:solidFill>
                <a:effectLst/>
                <a:latin typeface="Arial" panose="020B0604020202020204" pitchFamily="34"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Scikit-learn: Machine Learning in Python, Pedregosa et al. (2011).</a:t>
            </a:r>
            <a:br>
              <a:rPr kumimoji="0" lang="fa-IR" altLang="en-US" sz="1800" b="0" i="0" u="none" strike="noStrike" cap="none" normalizeH="0" baseline="0" dirty="0">
                <a:ln>
                  <a:noFill/>
                </a:ln>
                <a:solidFill>
                  <a:schemeClr val="tx1"/>
                </a:solidFill>
                <a:effectLst/>
                <a:latin typeface="Arial" panose="020B0604020202020204" pitchFamily="34"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Taylor, S. J., &amp; Letham, B. (2018). Forecasting at Scale (Prophet)</a:t>
            </a:r>
          </a:p>
        </p:txBody>
      </p:sp>
      <p:sp>
        <p:nvSpPr>
          <p:cNvPr id="7" name="TextBox 6">
            <a:extLst>
              <a:ext uri="{FF2B5EF4-FFF2-40B4-BE49-F238E27FC236}">
                <a16:creationId xmlns:a16="http://schemas.microsoft.com/office/drawing/2014/main" id="{FD92F790-4371-28DB-268F-98E0BACCC8A9}"/>
              </a:ext>
            </a:extLst>
          </p:cNvPr>
          <p:cNvSpPr txBox="1"/>
          <p:nvPr/>
        </p:nvSpPr>
        <p:spPr>
          <a:xfrm>
            <a:off x="5616469" y="1751162"/>
            <a:ext cx="5469148" cy="646331"/>
          </a:xfrm>
          <a:prstGeom prst="rect">
            <a:avLst/>
          </a:prstGeom>
          <a:noFill/>
        </p:spPr>
        <p:txBody>
          <a:bodyPr wrap="square" rtlCol="0">
            <a:spAutoFit/>
          </a:bodyPr>
          <a:lstStyle/>
          <a:p>
            <a:pPr algn="r" rtl="1"/>
            <a:r>
              <a:rPr lang="fa-IR" sz="3600" dirty="0"/>
              <a:t>منابع</a:t>
            </a:r>
            <a:endParaRPr lang="en-IN" sz="3600" dirty="0"/>
          </a:p>
        </p:txBody>
      </p:sp>
      <p:pic>
        <p:nvPicPr>
          <p:cNvPr id="8" name="Picture 7">
            <a:extLst>
              <a:ext uri="{FF2B5EF4-FFF2-40B4-BE49-F238E27FC236}">
                <a16:creationId xmlns:a16="http://schemas.microsoft.com/office/drawing/2014/main" id="{0B2F03F6-9508-8520-61BE-19B5756088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04115"/>
            <a:ext cx="1053885" cy="1053885"/>
          </a:xfrm>
          <a:prstGeom prst="rect">
            <a:avLst/>
          </a:prstGeom>
        </p:spPr>
      </p:pic>
    </p:spTree>
    <p:extLst>
      <p:ext uri="{BB962C8B-B14F-4D97-AF65-F5344CB8AC3E}">
        <p14:creationId xmlns:p14="http://schemas.microsoft.com/office/powerpoint/2010/main" val="1333223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F3D35-1E31-39B0-4320-F955D07C7701}"/>
              </a:ext>
            </a:extLst>
          </p:cNvPr>
          <p:cNvSpPr>
            <a:spLocks noGrp="1"/>
          </p:cNvSpPr>
          <p:nvPr>
            <p:ph type="title"/>
          </p:nvPr>
        </p:nvSpPr>
        <p:spPr>
          <a:xfrm>
            <a:off x="274320" y="1079500"/>
            <a:ext cx="9387265" cy="2733375"/>
          </a:xfrm>
        </p:spPr>
        <p:txBody>
          <a:bodyPr/>
          <a:lstStyle/>
          <a:p>
            <a:pPr algn="r" rtl="1"/>
            <a:r>
              <a:rPr lang="fa-IR" dirty="0"/>
              <a:t>ممنون از توجه شما</a:t>
            </a:r>
            <a:endParaRPr lang="en-IN" dirty="0"/>
          </a:p>
        </p:txBody>
      </p:sp>
      <p:sp>
        <p:nvSpPr>
          <p:cNvPr id="5" name="Slide Number Placeholder 4">
            <a:extLst>
              <a:ext uri="{FF2B5EF4-FFF2-40B4-BE49-F238E27FC236}">
                <a16:creationId xmlns:a16="http://schemas.microsoft.com/office/drawing/2014/main" id="{29228D15-B354-FA88-457C-9D06BBCC7D77}"/>
              </a:ext>
            </a:extLst>
          </p:cNvPr>
          <p:cNvSpPr>
            <a:spLocks noGrp="1"/>
          </p:cNvSpPr>
          <p:nvPr>
            <p:ph type="sldNum" sz="quarter" idx="12"/>
          </p:nvPr>
        </p:nvSpPr>
        <p:spPr>
          <a:xfrm>
            <a:off x="9230265" y="5900468"/>
            <a:ext cx="2675534" cy="957531"/>
          </a:xfrm>
        </p:spPr>
        <p:txBody>
          <a:bodyPr/>
          <a:lstStyle/>
          <a:p>
            <a:r>
              <a:rPr lang="fa-IR" sz="1800" dirty="0"/>
              <a:t>/15</a:t>
            </a:r>
            <a:fld id="{5E0677F5-4A8A-4BF1-96BE-3BAE8FBAFE2E}" type="slidenum">
              <a:rPr lang="en-US" sz="1800" smtClean="0"/>
              <a:pPr/>
              <a:t>15</a:t>
            </a:fld>
            <a:endParaRPr lang="en-US" sz="1800" dirty="0"/>
          </a:p>
        </p:txBody>
      </p:sp>
      <p:pic>
        <p:nvPicPr>
          <p:cNvPr id="6" name="Picture 5">
            <a:extLst>
              <a:ext uri="{FF2B5EF4-FFF2-40B4-BE49-F238E27FC236}">
                <a16:creationId xmlns:a16="http://schemas.microsoft.com/office/drawing/2014/main" id="{94B3B132-A0D1-555F-9F2C-99ABA8109E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900468"/>
            <a:ext cx="1053885" cy="1053885"/>
          </a:xfrm>
          <a:prstGeom prst="rect">
            <a:avLst/>
          </a:prstGeom>
        </p:spPr>
      </p:pic>
    </p:spTree>
    <p:extLst>
      <p:ext uri="{BB962C8B-B14F-4D97-AF65-F5344CB8AC3E}">
        <p14:creationId xmlns:p14="http://schemas.microsoft.com/office/powerpoint/2010/main" val="1540202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Dark Gradient">
  <a:themeElements>
    <a:clrScheme name="dark gradient">
      <a:dk1>
        <a:sysClr val="windowText" lastClr="000000"/>
      </a:dk1>
      <a:lt1>
        <a:sysClr val="window" lastClr="FFFFFF"/>
      </a:lt1>
      <a:dk2>
        <a:srgbClr val="0B0C12"/>
      </a:dk2>
      <a:lt2>
        <a:srgbClr val="ECF0FB"/>
      </a:lt2>
      <a:accent1>
        <a:srgbClr val="4970FF"/>
      </a:accent1>
      <a:accent2>
        <a:srgbClr val="712ED5"/>
      </a:accent2>
      <a:accent3>
        <a:srgbClr val="00C4B6"/>
      </a:accent3>
      <a:accent4>
        <a:srgbClr val="3633D1"/>
      </a:accent4>
      <a:accent5>
        <a:srgbClr val="4AB1FE"/>
      </a:accent5>
      <a:accent6>
        <a:srgbClr val="9E2FD5"/>
      </a:accent6>
      <a:hlink>
        <a:srgbClr val="4970FF"/>
      </a:hlink>
      <a:folHlink>
        <a:srgbClr val="8E24FF"/>
      </a:folHlink>
    </a:clrScheme>
    <a:fontScheme name="Custom 53">
      <a:majorFont>
        <a:latin typeface="Arial Nova Ligh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rk Gradient_wac_EF_v6" id="{47884C33-930F-4983-8A90-805F27C1336E}" vid="{C24D1BEE-D710-440D-8162-B32A89E9C68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Image xmlns="71af3243-3dd4-4a8d-8c0d-dd76da1f02a5">
      <Url xsi:nil="true"/>
      <Description xsi:nil="true"/>
    </Image>
    <Status xmlns="71af3243-3dd4-4a8d-8c0d-dd76da1f02a5">Not started</Status>
    <Background xmlns="71af3243-3dd4-4a8d-8c0d-dd76da1f02a5">false</Background>
    <ImageTagsTaxHTField xmlns="71af3243-3dd4-4a8d-8c0d-dd76da1f02a5">
      <Terms xmlns="http://schemas.microsoft.com/office/infopath/2007/PartnerControls"/>
    </ImageTagsTaxHTField>
    <MediaServiceKeyPoints xmlns="71af3243-3dd4-4a8d-8c0d-dd76da1f02a5" xsi:nil="true"/>
  </documentManagement>
</p:properties>
</file>

<file path=customXml/itemProps1.xml><?xml version="1.0" encoding="utf-8"?>
<ds:datastoreItem xmlns:ds="http://schemas.openxmlformats.org/officeDocument/2006/customXml" ds:itemID="{5C2D0E46-786A-45D3-8CE5-638765D8BA3B}">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3888480-CF61-459A-B049-2565BF1B6C26}">
  <ds:schemaRefs>
    <ds:schemaRef ds:uri="http://schemas.microsoft.com/sharepoint/v3/contenttype/forms"/>
  </ds:schemaRefs>
</ds:datastoreItem>
</file>

<file path=customXml/itemProps3.xml><?xml version="1.0" encoding="utf-8"?>
<ds:datastoreItem xmlns:ds="http://schemas.openxmlformats.org/officeDocument/2006/customXml" ds:itemID="{DCDFE19F-3BE8-48B3-9B35-A01B9C3497A7}">
  <ds:schemaRefs>
    <ds:schemaRef ds:uri="http://schemas.microsoft.com/office/2006/metadata/properties"/>
    <ds:schemaRef ds:uri="http://purl.org/dc/elements/1.1/"/>
    <ds:schemaRef ds:uri="http://purl.org/dc/dcmitype/"/>
    <ds:schemaRef ds:uri="http://schemas.microsoft.com/office/infopath/2007/PartnerControls"/>
    <ds:schemaRef ds:uri="http://schemas.openxmlformats.org/package/2006/metadata/core-properties"/>
    <ds:schemaRef ds:uri="http://schemas.microsoft.com/sharepoint/v3"/>
    <ds:schemaRef ds:uri="http://www.w3.org/XML/1998/namespace"/>
    <ds:schemaRef ds:uri="http://schemas.microsoft.com/office/2006/documentManagement/types"/>
    <ds:schemaRef ds:uri="71af3243-3dd4-4a8d-8c0d-dd76da1f02a5"/>
    <ds:schemaRef ds:uri="230e9df3-be65-4c73-a93b-d1236ebd677e"/>
    <ds:schemaRef ds:uri="16c05727-aa75-4e4a-9b5f-8a80a1165891"/>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Dark gradient</Template>
  <TotalTime>202</TotalTime>
  <Words>790</Words>
  <Application>Microsoft Office PowerPoint</Application>
  <PresentationFormat>Widescreen</PresentationFormat>
  <Paragraphs>55</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Arial Nova Light</vt:lpstr>
      <vt:lpstr>Cambria Math</vt:lpstr>
      <vt:lpstr>Neue Haas Grotesk Text Pro</vt:lpstr>
      <vt:lpstr>Dark Gradient</vt:lpstr>
      <vt:lpstr> حذف داده‌های پرت در مدل‌های پیش‌بینی سری‌های زمانی مالی   نام دانشجو: سیده فاطمه حسینی نسب  نام استاد: استاد شایگان فرد  تاریخ: خرداد ۱۴۰۵  </vt:lpstr>
      <vt:lpstr>فهرست مطالب</vt:lpstr>
      <vt:lpstr> مشکل از مدل ما نیست. مشکل از داده‌های ماست.  1)همه ما در بازارهای مالی به دنبال پیش‌بینی آینده هستیم.  2)هرگاه پیش‌بینی اشتباه می‌شود، اولین واکنش(مدل قوی‌تری می‌خواهم !)              این پژوهش نشان می‌دهد که گاهی یک پاک‌سازی ساده، بهتر از پیچیده‌ترین مدل‌ها عمل می‌کند.  </vt:lpstr>
      <vt:lpstr>داده پرت،یادگیری ماشین ، سری زمانی چیست؟    یادگیری ماشین:     سری زمانی:      داده پرت: </vt:lpstr>
      <vt:lpstr>چگونه یک نقطهٔ پرت، پیش‌بینی را نابود می‌کند؟   مدل تصور می‌کند که این جهش،  یک (روند جدید) است و  پیش‌بینی‌های بعدی را بر اساس  آن می‌سازد.  نتیجه: خطای پیش‌بینی به شدت  افزایش می‌یابد و تصمیم‌گیری مالی  را به خطر می‌اندازد. </vt:lpstr>
      <vt:lpstr>چگونه نقاط پرت را شکار کردیم؟   روش: Z-Score نمرهٔ استاندارد.  فرمول Z=(x-μ)/σ   ما میانگین و انحراف معیار کل قیمت‌ها را حساب کردیم. هر قیمتی که بیش از ۲.۵ انحراف معیار از میانگین فاصله داشت، به عنوان دادهٔ پرت علامت‌گذاری شد.  نقاطی که ∣Z∣&gt;2.5باشند، به عنوان ناهنجاری برچسب خوردند.  </vt:lpstr>
      <vt:lpstr>PowerPoint Presentation</vt:lpstr>
      <vt:lpstr>اینجا از 3 مدل استفاده کرده ایم:  ۱. رگرسیون خطی (Linear Regression): ساده‌ترین مدل، به‌عنوان خط مبنا.  ۲. XGBoost مدل درختی تقویتی، برندهٔ بسیاری از مسابقات علم داده.  ۳. شبکه عصبی MLP پرسپترون چندلایه: یک شبکه عصبی عمیق با دو لایه پنهان.       </vt:lpstr>
      <vt:lpstr>نحوه تفسیر نتایج:  1.استفاده از نمودار خود قیمت  2.استفاده از 3 شاخص:        </vt:lpstr>
      <vt:lpstr>دو سناریو، یک مدل    سناریوی اول )داده کثیف): (هر سه مدل با کل ۱۶۸ کندل (شامل نقاط پرت آموزش دیدند.  سناریوی دوم )داده تمیز)): همان مدل‌ها با ۱۶۵ کندل (پس از حذف ۳ نقطهٔ پرت آموزش دیدند.  معماری و پارامترهای همهٔ مدل‌ها در هر دو سناریو دقیقاً یکسان بود. پیش‌بینی برای هفتهٔ بعد ,۸ تا ۱۴ آگوست انجام شد. </vt:lpstr>
      <vt:lpstr>PowerPoint Presentation</vt:lpstr>
      <vt:lpstr>PowerPoint Presentation</vt:lpstr>
      <vt:lpstr>نتیجه گیری:  ۱. داده‌های پرت می‌توانند بهترین مدل‌ها را فلج کنند.  ۲. یک روش آماری ساده (Z-Score) توانست خطای پیش‌بینی را تا بیش از ۸۰٪ کاهش دهد.  ۳. پاک‌سازی داده‌ها (Data Cleaning) باید گام اول هر پروژهٔ علم داده باشد.</vt:lpstr>
      <vt:lpstr>  Binance API Documentation  Chen, T., &amp; Guestrin, C. (2016). XGBoost: A Scalable Tree Boosting System.  Scikit-learn: Machine Learning in Python, Pedregosa et al. (2011).  Taylor, S. J., &amp; Letham, B. (2018). Forecasting at Scale (Prophet)</vt:lpstr>
      <vt:lpstr>ممنون از توجه شما</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fatemeh hosseini</dc:creator>
  <cp:lastModifiedBy>fatemeh hosseini</cp:lastModifiedBy>
  <cp:revision>9</cp:revision>
  <dcterms:created xsi:type="dcterms:W3CDTF">2026-06-15T05:44:02Z</dcterms:created>
  <dcterms:modified xsi:type="dcterms:W3CDTF">2026-06-15T09:07:36Z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